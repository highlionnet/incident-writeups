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7315200" cy="97536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stretch/>
        </a:blipFill>
      </p:bgPr>
    </p:bg>
    <p:spTree>
      <p:nvGrpSpPr>
        <p:cNvPr id="1" name=""/>
        <p:cNvGrpSpPr/>
        <p:nvPr/>
      </p:nvGrpSpPr>
      <p:grpSpPr>
        <a:xfrm>
          <a:off x="0" y="0"/>
          <a:ext cx="0" cy="0"/>
          <a:chOff x="0" y="0"/>
          <a:chExt cx="0" cy="0"/>
        </a:xfrm>
      </p:grpSpPr>
      <p:sp>
        <p:nvSpPr>
          <p:cNvPr id="2"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 name="PlaceHolder 1"/>
          <p:cNvSpPr>
            <a:spLocks noGrp="1"/>
          </p:cNvSpPr>
          <p:nvPr>
            <p:ph type="title"/>
          </p:nvPr>
        </p:nvSpPr>
        <p:spPr>
          <a:xfrm>
            <a:off x="4983840" y="612000"/>
            <a:ext cx="1051200" cy="8285400"/>
          </a:xfrm>
          <a:prstGeom prst="rect">
            <a:avLst/>
          </a:prstGeom>
          <a:noFill/>
          <a:ln w="0">
            <a:noFill/>
          </a:ln>
        </p:spPr>
        <p:txBody>
          <a:bodyPr lIns="91440" tIns="45720" rIns="91440" bIns="45720" anchor="b" vert="eaVert">
            <a:noAutofit/>
          </a:bodyPr>
          <a:lstStyle>
            <a:lvl1pPr indent="0" algn="l" defTabSz="365760" rtl="1">
              <a:lnSpc>
                <a:spcPct val="100000"/>
              </a:lnSpc>
              <a:buNone/>
              <a:tabLst>
                <a:tab pos="0" algn="l"/>
              </a:tabLst>
              <a:defRPr lang="en-US" sz="3359"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359" b="0" u="none" strike="noStrike">
                <a:solidFill>
                  <a:schemeClr val="lt2"/>
                </a:solidFill>
                <a:effectLst/>
                <a:uFillTx/>
                <a:latin typeface="Century Gothic"/>
              </a:rPr>
              <a:t>Click to edit Master title style</a:t>
            </a:r>
            <a:endParaRPr lang="en-US" sz="3359" b="0" u="none" strike="noStrike">
              <a:solidFill>
                <a:schemeClr val="lt2"/>
              </a:solidFill>
              <a:effectLst/>
              <a:uFillTx/>
              <a:latin typeface="Century Gothic"/>
            </a:endParaRPr>
          </a:p>
        </p:txBody>
      </p:sp>
      <p:sp>
        <p:nvSpPr>
          <p:cNvPr id="9" name="PlaceHolder 2"/>
          <p:cNvSpPr>
            <a:spLocks noGrp="1"/>
          </p:cNvSpPr>
          <p:nvPr>
            <p:ph type="body"/>
          </p:nvPr>
        </p:nvSpPr>
        <p:spPr>
          <a:xfrm>
            <a:off x="391680" y="1099800"/>
            <a:ext cx="4454280" cy="7797600"/>
          </a:xfrm>
          <a:prstGeom prst="rect">
            <a:avLst/>
          </a:prstGeom>
          <a:noFill/>
          <a:ln w="0">
            <a:noFill/>
          </a:ln>
        </p:spPr>
        <p:txBody>
          <a:bodyPr lIns="91440" tIns="45720" rIns="91440" bIns="45720" anchor="t" vert="eaVert">
            <a:noAutofit/>
          </a:bodyPr>
          <a:lstStyle>
            <a:lvl1pPr algn="r" defTabSz="365760" rtl="1">
              <a:lnSpc>
                <a:spcPct val="100000"/>
              </a:lnSpc>
              <a:spcBef>
                <a:spcPts val="799"/>
              </a:spcBef>
              <a:buClr>
                <a:srgbClr val="EF53A5"/>
              </a:buClr>
              <a:buSzPct val="80000"/>
              <a:buFont typeface="Wingdings 3" charset="2"/>
              <a:buChar char=""/>
              <a:defRPr lang="en-US" sz="1600" b="0" u="none" strike="noStrike">
                <a:solidFill>
                  <a:schemeClr val="lt1"/>
                </a:solidFill>
                <a:effectLst/>
                <a:uFillTx/>
                <a:latin typeface="Century Gothic"/>
              </a:defRPr>
            </a:lvl1pPr>
            <a:lvl2pPr lvl="1" algn="r" defTabSz="365760" rtl="1">
              <a:lnSpc>
                <a:spcPct val="100000"/>
              </a:lnSpc>
              <a:spcBef>
                <a:spcPts val="799"/>
              </a:spcBef>
              <a:buClr>
                <a:srgbClr val="EF53A5"/>
              </a:buClr>
              <a:buSzPct val="80000"/>
              <a:buFont typeface="Wingdings 3" charset="2"/>
              <a:buChar char=""/>
              <a:defRPr lang="en-US" sz="1440" b="0" u="none" strike="noStrike">
                <a:solidFill>
                  <a:schemeClr val="lt1"/>
                </a:solidFill>
                <a:effectLst/>
                <a:uFillTx/>
                <a:latin typeface="Century Gothic"/>
              </a:defRPr>
            </a:lvl2pPr>
            <a:lvl3pPr lvl="2" algn="r" defTabSz="365760" rtl="1">
              <a:lnSpc>
                <a:spcPct val="100000"/>
              </a:lnSpc>
              <a:spcBef>
                <a:spcPts val="799"/>
              </a:spcBef>
              <a:buClr>
                <a:srgbClr val="EF53A5"/>
              </a:buClr>
              <a:buSzPct val="80000"/>
              <a:buFont typeface="Wingdings 3" charset="2"/>
              <a:buChar char=""/>
              <a:defRPr lang="en-US" sz="1280" b="0" u="none" strike="noStrike">
                <a:solidFill>
                  <a:schemeClr val="lt1"/>
                </a:solidFill>
                <a:effectLst/>
                <a:uFillTx/>
                <a:latin typeface="Century Gothic"/>
              </a:defRPr>
            </a:lvl3pPr>
            <a:lvl4pPr lvl="3" algn="r" defTabSz="365760" rtl="1">
              <a:lnSpc>
                <a:spcPct val="100000"/>
              </a:lnSpc>
              <a:spcBef>
                <a:spcPts val="799"/>
              </a:spcBef>
              <a:buClr>
                <a:srgbClr val="EF53A5"/>
              </a:buClr>
              <a:buSzPct val="80000"/>
              <a:buFont typeface="Wingdings 3" charset="2"/>
              <a:buChar char=""/>
              <a:defRPr lang="en-US" sz="1120" b="0" u="none" strike="noStrike">
                <a:solidFill>
                  <a:schemeClr val="lt1"/>
                </a:solidFill>
                <a:effectLst/>
                <a:uFillTx/>
                <a:latin typeface="Century Gothic"/>
              </a:defRPr>
            </a:lvl4pPr>
            <a:lvl5pPr lvl="4" algn="r" defTabSz="365760" rtl="1">
              <a:lnSpc>
                <a:spcPct val="100000"/>
              </a:lnSpc>
              <a:spcBef>
                <a:spcPts val="799"/>
              </a:spcBef>
              <a:buClr>
                <a:srgbClr val="EF53A5"/>
              </a:buClr>
              <a:buSzPct val="80000"/>
              <a:buFont typeface="Wingdings 3" charset="2"/>
              <a:buChar char=""/>
              <a:defRPr lang="en-US" sz="1120" b="0" u="none" strike="noStrike">
                <a:solidFill>
                  <a:schemeClr val="lt1"/>
                </a:solidFill>
                <a:effectLst/>
                <a:uFillTx/>
                <a:latin typeface="Century Gothic"/>
              </a:defRPr>
            </a:lvl5pPr>
          </a:lstStyle>
          <a:p>
            <a:pPr marL="274320" indent="-274320" algn="r" defTabSz="365760" rtl="1">
              <a:lnSpc>
                <a:spcPct val="100000"/>
              </a:lnSpc>
              <a:spcBef>
                <a:spcPts val="799"/>
              </a:spcBef>
              <a:buClr>
                <a:srgbClr val="EF53A5"/>
              </a:buClr>
              <a:buSzPct val="80000"/>
              <a:buFont typeface="Wingdings 3" charset="2"/>
              <a:buChar char=""/>
            </a:pPr>
            <a:r>
              <a:rPr lang="en-US" sz="1600" b="0" u="none" strike="noStrike">
                <a:solidFill>
                  <a:schemeClr val="lt1"/>
                </a:solidFill>
                <a:effectLst/>
                <a:uFillTx/>
                <a:latin typeface="Century Gothic"/>
              </a:rPr>
              <a:t>Click to edit Master text styles</a:t>
            </a:r>
            <a:endParaRPr lang="en-US" sz="1600" b="0" u="none" strike="noStrike">
              <a:solidFill>
                <a:schemeClr val="lt1"/>
              </a:solidFill>
              <a:effectLst/>
              <a:uFillTx/>
              <a:latin typeface="Century Gothic"/>
            </a:endParaRPr>
          </a:p>
          <a:p>
            <a:pPr marL="594360" lvl="1" indent="-228600" algn="r" defTabSz="365760" rtl="1">
              <a:lnSpc>
                <a:spcPct val="100000"/>
              </a:lnSpc>
              <a:spcBef>
                <a:spcPts val="799"/>
              </a:spcBef>
              <a:buClr>
                <a:srgbClr val="EF53A5"/>
              </a:buClr>
              <a:buSzPct val="80000"/>
              <a:buFont typeface="Wingdings 3" charset="2"/>
              <a:buChar char=""/>
            </a:pPr>
            <a:r>
              <a:rPr lang="en-US" sz="1440" b="0" u="none" strike="noStrike">
                <a:solidFill>
                  <a:schemeClr val="lt1"/>
                </a:solidFill>
                <a:effectLst/>
                <a:uFillTx/>
                <a:latin typeface="Century Gothic"/>
              </a:rPr>
              <a:t>Second level</a:t>
            </a:r>
            <a:endParaRPr lang="en-US" sz="1440" b="0" u="none" strike="noStrike">
              <a:solidFill>
                <a:schemeClr val="lt1"/>
              </a:solidFill>
              <a:effectLst/>
              <a:uFillTx/>
              <a:latin typeface="Century Gothic"/>
            </a:endParaRPr>
          </a:p>
          <a:p>
            <a:pPr marL="914400" lvl="2" indent="-182880" algn="r" defTabSz="365760" rtl="1">
              <a:lnSpc>
                <a:spcPct val="100000"/>
              </a:lnSpc>
              <a:spcBef>
                <a:spcPts val="799"/>
              </a:spcBef>
              <a:buClr>
                <a:srgbClr val="EF53A5"/>
              </a:buClr>
              <a:buSzPct val="80000"/>
              <a:buFont typeface="Wingdings 3" charset="2"/>
              <a:buChar char=""/>
            </a:pPr>
            <a:r>
              <a:rPr lang="en-US" sz="1280" b="0" u="none" strike="noStrike">
                <a:solidFill>
                  <a:schemeClr val="lt1"/>
                </a:solidFill>
                <a:effectLst/>
                <a:uFillTx/>
                <a:latin typeface="Century Gothic"/>
              </a:rPr>
              <a:t>Third level</a:t>
            </a:r>
            <a:endParaRPr lang="en-US" sz="1280" b="0" u="none" strike="noStrike">
              <a:solidFill>
                <a:schemeClr val="lt1"/>
              </a:solidFill>
              <a:effectLst/>
              <a:uFillTx/>
              <a:latin typeface="Century Gothic"/>
            </a:endParaRPr>
          </a:p>
          <a:p>
            <a:pPr marL="1280160" lvl="3" indent="-182880" algn="r" defTabSz="365760" rtl="1">
              <a:lnSpc>
                <a:spcPct val="100000"/>
              </a:lnSpc>
              <a:spcBef>
                <a:spcPts val="799"/>
              </a:spcBef>
              <a:buClr>
                <a:srgbClr val="EF53A5"/>
              </a:buClr>
              <a:buSzPct val="80000"/>
              <a:buFont typeface="Wingdings 3" charset="2"/>
              <a:buChar char=""/>
            </a:pPr>
            <a:r>
              <a:rPr lang="en-US" sz="1120" b="0" u="none" strike="noStrike">
                <a:solidFill>
                  <a:schemeClr val="lt1"/>
                </a:solidFill>
                <a:effectLst/>
                <a:uFillTx/>
                <a:latin typeface="Century Gothic"/>
              </a:rPr>
              <a:t>Fourth level</a:t>
            </a:r>
            <a:endParaRPr lang="en-US" sz="1120" b="0" u="none" strike="noStrike">
              <a:solidFill>
                <a:schemeClr val="lt1"/>
              </a:solidFill>
              <a:effectLst/>
              <a:uFillTx/>
              <a:latin typeface="Century Gothic"/>
            </a:endParaRPr>
          </a:p>
          <a:p>
            <a:pPr marL="1645920" lvl="4" indent="-182880" algn="r" defTabSz="365760" rtl="1">
              <a:lnSpc>
                <a:spcPct val="100000"/>
              </a:lnSpc>
              <a:spcBef>
                <a:spcPts val="799"/>
              </a:spcBef>
              <a:buClr>
                <a:srgbClr val="EF53A5"/>
              </a:buClr>
              <a:buSzPct val="80000"/>
              <a:buFont typeface="Wingdings 3" charset="2"/>
              <a:buChar char=""/>
            </a:pPr>
            <a:r>
              <a:rPr lang="en-US" sz="1120" b="0" u="none" strike="noStrike">
                <a:solidFill>
                  <a:schemeClr val="lt1"/>
                </a:solidFill>
                <a:effectLst/>
                <a:uFillTx/>
                <a:latin typeface="Century Gothic"/>
              </a:rPr>
              <a:t>Fifth level</a:t>
            </a:r>
            <a:endParaRPr lang="en-US" sz="1120" b="0" u="none" strike="noStrike">
              <a:solidFill>
                <a:schemeClr val="lt1"/>
              </a:solidFill>
              <a:effectLst/>
              <a:uFillTx/>
              <a:latin typeface="Century Gothic"/>
            </a:endParaRPr>
          </a:p>
        </p:txBody>
      </p:sp>
      <p:sp>
        <p:nvSpPr>
          <p:cNvPr id="10" name="PlaceHolder 3"/>
          <p:cNvSpPr>
            <a:spLocks noGrp="1"/>
          </p:cNvSpPr>
          <p:nvPr>
            <p:ph type="dt" idx="1"/>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 </a:t>
            </a:r>
            <a:endParaRPr lang="en-US" sz="880" b="0" u="none" strike="noStrike">
              <a:solidFill>
                <a:srgbClr val="FFFFFF"/>
              </a:solidFill>
              <a:effectLst/>
              <a:uFillTx/>
              <a:latin typeface="Times New Roman"/>
            </a:endParaRPr>
          </a:p>
        </p:txBody>
      </p:sp>
      <p:sp>
        <p:nvSpPr>
          <p:cNvPr id="11" name="PlaceHolder 4"/>
          <p:cNvSpPr>
            <a:spLocks noGrp="1"/>
          </p:cNvSpPr>
          <p:nvPr>
            <p:ph type="ftr" idx="2"/>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 </a:t>
            </a:r>
            <a:endParaRPr lang="en-US" sz="880" b="0" u="none" strike="noStrike">
              <a:solidFill>
                <a:srgbClr val="FFFFFF"/>
              </a:solidFill>
              <a:effectLst/>
              <a:uFillTx/>
              <a:latin typeface="Times New Roman"/>
            </a:endParaRPr>
          </a:p>
        </p:txBody>
      </p:sp>
      <p:sp>
        <p:nvSpPr>
          <p:cNvPr id="12" name="PlaceHolder 5"/>
          <p:cNvSpPr>
            <a:spLocks noGrp="1"/>
          </p:cNvSpPr>
          <p:nvPr>
            <p:ph type="sldNum" idx="3"/>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FDDF3601-A1FB-4FCE-90C5-244EF6DC56F8}" type="slidenum">
              <a:rPr lang="en-US" sz="2240" b="0" u="none" strike="noStrike">
                <a:solidFill>
                  <a:schemeClr val="lt1">
                    <a:tint val="75000"/>
                  </a:schemeClr>
                </a:solidFill>
                <a:effectLst/>
                <a:uFillTx/>
                <a:latin typeface="Century Gothic"/>
              </a:rPr>
              <a:t>8</a:t>
            </a:fld>
            <a:endParaRPr lang="en-US" sz="2240" b="0" u="none" strike="noStrik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blipFill rotWithShape="0">
          <a:blip r:embed="rId2"/>
          <a:stretch/>
        </a:blipFill>
      </p:bgPr>
    </p:bg>
    <p:spTree>
      <p:nvGrpSpPr>
        <p:cNvPr id="1" name=""/>
        <p:cNvGrpSpPr/>
        <p:nvPr/>
      </p:nvGrpSpPr>
      <p:grpSpPr>
        <a:xfrm>
          <a:off x="0" y="0"/>
          <a:ext cx="0" cy="0"/>
          <a:chOff x="0" y="0"/>
          <a:chExt cx="0" cy="0"/>
        </a:xfrm>
      </p:grpSpPr>
      <p:sp>
        <p:nvSpPr>
          <p:cNvPr id="13"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 name="PlaceHolder 1"/>
          <p:cNvSpPr>
            <a:spLocks noGrp="1"/>
          </p:cNvSpPr>
          <p:nvPr>
            <p:ph type="title"/>
          </p:nvPr>
        </p:nvSpPr>
        <p:spPr>
          <a:xfrm>
            <a:off x="387720" y="644040"/>
            <a:ext cx="5643720" cy="1991160"/>
          </a:xfrm>
          <a:prstGeom prst="rect">
            <a:avLst/>
          </a:prstGeom>
          <a:noFill/>
          <a:ln w="0">
            <a:noFill/>
          </a:ln>
        </p:spPr>
        <p:txBody>
          <a:bodyPr lIns="91440" tIns="45720" rIns="91440" bIns="45720" anchor="t">
            <a:noAutofit/>
          </a:bodyPr>
          <a:lstStyle>
            <a:lvl1pPr indent="0" algn="l" defTabSz="365760" rtl="1">
              <a:lnSpc>
                <a:spcPct val="100000"/>
              </a:lnSpc>
              <a:buNone/>
              <a:tabLst>
                <a:tab pos="0" algn="l"/>
              </a:tabLst>
              <a:defRPr lang="en-US" sz="3359"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359" b="0" u="none" strike="noStrike">
                <a:solidFill>
                  <a:schemeClr val="lt2"/>
                </a:solidFill>
                <a:effectLst/>
                <a:uFillTx/>
                <a:latin typeface="Century Gothic"/>
              </a:rPr>
              <a:t>Click to edit Master title style</a:t>
            </a:r>
            <a:endParaRPr lang="en-US" sz="3359" b="0" u="none" strike="noStrike">
              <a:solidFill>
                <a:schemeClr val="lt2"/>
              </a:solidFill>
              <a:effectLst/>
              <a:uFillTx/>
              <a:latin typeface="Century Gothic"/>
            </a:endParaRPr>
          </a:p>
        </p:txBody>
      </p:sp>
      <p:sp>
        <p:nvSpPr>
          <p:cNvPr id="20" name="PlaceHolder 2"/>
          <p:cNvSpPr>
            <a:spLocks noGrp="1"/>
          </p:cNvSpPr>
          <p:nvPr>
            <p:ph type="body"/>
          </p:nvPr>
        </p:nvSpPr>
        <p:spPr>
          <a:xfrm>
            <a:off x="662040" y="2919600"/>
            <a:ext cx="5368680" cy="5966280"/>
          </a:xfrm>
          <a:prstGeom prst="rect">
            <a:avLst/>
          </a:prstGeom>
          <a:noFill/>
          <a:ln w="0">
            <a:noFill/>
          </a:ln>
        </p:spPr>
        <p:txBody>
          <a:bodyPr lIns="91440" tIns="45720" rIns="91440" bIns="45720" anchor="t">
            <a:noAutofit/>
          </a:bodyPr>
          <a:lstStyle>
            <a:lvl1pPr algn="r" defTabSz="365760" rtl="1">
              <a:lnSpc>
                <a:spcPct val="100000"/>
              </a:lnSpc>
              <a:spcBef>
                <a:spcPts val="799"/>
              </a:spcBef>
              <a:buClr>
                <a:srgbClr val="EF53A5"/>
              </a:buClr>
              <a:buSzPct val="80000"/>
              <a:buFont typeface="Wingdings 3" charset="2"/>
              <a:buChar char=""/>
              <a:defRPr lang="en-US" sz="1600" b="0" u="none" strike="noStrike">
                <a:solidFill>
                  <a:schemeClr val="lt1"/>
                </a:solidFill>
                <a:effectLst/>
                <a:uFillTx/>
                <a:latin typeface="Century Gothic"/>
              </a:defRPr>
            </a:lvl1pPr>
            <a:lvl2pPr lvl="1" algn="r" defTabSz="365760" rtl="1">
              <a:lnSpc>
                <a:spcPct val="100000"/>
              </a:lnSpc>
              <a:spcBef>
                <a:spcPts val="799"/>
              </a:spcBef>
              <a:buClr>
                <a:srgbClr val="EF53A5"/>
              </a:buClr>
              <a:buSzPct val="80000"/>
              <a:buFont typeface="Wingdings 3" charset="2"/>
              <a:buChar char=""/>
              <a:defRPr lang="en-US" sz="1440" b="0" u="none" strike="noStrike">
                <a:solidFill>
                  <a:schemeClr val="lt1"/>
                </a:solidFill>
                <a:effectLst/>
                <a:uFillTx/>
                <a:latin typeface="Century Gothic"/>
              </a:defRPr>
            </a:lvl2pPr>
            <a:lvl3pPr lvl="2" algn="r" defTabSz="365760" rtl="1">
              <a:lnSpc>
                <a:spcPct val="100000"/>
              </a:lnSpc>
              <a:spcBef>
                <a:spcPts val="799"/>
              </a:spcBef>
              <a:buClr>
                <a:srgbClr val="EF53A5"/>
              </a:buClr>
              <a:buSzPct val="80000"/>
              <a:buFont typeface="Wingdings 3" charset="2"/>
              <a:buChar char=""/>
              <a:defRPr lang="en-US" sz="1280" b="0" u="none" strike="noStrike">
                <a:solidFill>
                  <a:schemeClr val="lt1"/>
                </a:solidFill>
                <a:effectLst/>
                <a:uFillTx/>
                <a:latin typeface="Century Gothic"/>
              </a:defRPr>
            </a:lvl3pPr>
            <a:lvl4pPr lvl="3" algn="r" defTabSz="365760" rtl="1">
              <a:lnSpc>
                <a:spcPct val="100000"/>
              </a:lnSpc>
              <a:spcBef>
                <a:spcPts val="799"/>
              </a:spcBef>
              <a:buClr>
                <a:srgbClr val="EF53A5"/>
              </a:buClr>
              <a:buSzPct val="80000"/>
              <a:buFont typeface="Wingdings 3" charset="2"/>
              <a:buChar char=""/>
              <a:defRPr lang="en-US" sz="1120" b="0" u="none" strike="noStrike">
                <a:solidFill>
                  <a:schemeClr val="lt1"/>
                </a:solidFill>
                <a:effectLst/>
                <a:uFillTx/>
                <a:latin typeface="Century Gothic"/>
              </a:defRPr>
            </a:lvl4pPr>
            <a:lvl5pPr lvl="4" algn="r" defTabSz="365760" rtl="1">
              <a:lnSpc>
                <a:spcPct val="100000"/>
              </a:lnSpc>
              <a:spcBef>
                <a:spcPts val="799"/>
              </a:spcBef>
              <a:buClr>
                <a:srgbClr val="EF53A5"/>
              </a:buClr>
              <a:buSzPct val="80000"/>
              <a:buFont typeface="Wingdings 3" charset="2"/>
              <a:buChar char=""/>
              <a:defRPr lang="en-US" sz="1120" b="0" u="none" strike="noStrike">
                <a:solidFill>
                  <a:schemeClr val="lt1"/>
                </a:solidFill>
                <a:effectLst/>
                <a:uFillTx/>
                <a:latin typeface="Century Gothic"/>
              </a:defRPr>
            </a:lvl5pPr>
          </a:lstStyle>
          <a:p>
            <a:pPr marL="274320" indent="-274320" algn="r" defTabSz="365760" rtl="1">
              <a:lnSpc>
                <a:spcPct val="100000"/>
              </a:lnSpc>
              <a:spcBef>
                <a:spcPts val="799"/>
              </a:spcBef>
              <a:buClr>
                <a:srgbClr val="EF53A5"/>
              </a:buClr>
              <a:buSzPct val="80000"/>
              <a:buFont typeface="Wingdings 3" charset="2"/>
              <a:buChar char=""/>
            </a:pPr>
            <a:r>
              <a:rPr lang="en-US" sz="1600" b="0" u="none" strike="noStrike">
                <a:solidFill>
                  <a:schemeClr val="lt1"/>
                </a:solidFill>
                <a:effectLst/>
                <a:uFillTx/>
                <a:latin typeface="Century Gothic"/>
              </a:rPr>
              <a:t>Click to edit Master text styles</a:t>
            </a:r>
            <a:endParaRPr lang="en-US" sz="1600" b="0" u="none" strike="noStrike">
              <a:solidFill>
                <a:schemeClr val="lt1"/>
              </a:solidFill>
              <a:effectLst/>
              <a:uFillTx/>
              <a:latin typeface="Century Gothic"/>
            </a:endParaRPr>
          </a:p>
          <a:p>
            <a:pPr marL="594360" lvl="1" indent="-228600" algn="r" defTabSz="365760" rtl="1">
              <a:lnSpc>
                <a:spcPct val="100000"/>
              </a:lnSpc>
              <a:spcBef>
                <a:spcPts val="799"/>
              </a:spcBef>
              <a:buClr>
                <a:srgbClr val="EF53A5"/>
              </a:buClr>
              <a:buSzPct val="80000"/>
              <a:buFont typeface="Wingdings 3" charset="2"/>
              <a:buChar char=""/>
            </a:pPr>
            <a:r>
              <a:rPr lang="en-US" sz="1440" b="0" u="none" strike="noStrike">
                <a:solidFill>
                  <a:schemeClr val="lt1"/>
                </a:solidFill>
                <a:effectLst/>
                <a:uFillTx/>
                <a:latin typeface="Century Gothic"/>
              </a:rPr>
              <a:t>Second level</a:t>
            </a:r>
            <a:endParaRPr lang="en-US" sz="1440" b="0" u="none" strike="noStrike">
              <a:solidFill>
                <a:schemeClr val="lt1"/>
              </a:solidFill>
              <a:effectLst/>
              <a:uFillTx/>
              <a:latin typeface="Century Gothic"/>
            </a:endParaRPr>
          </a:p>
          <a:p>
            <a:pPr marL="914400" lvl="2" indent="-182880" algn="r" defTabSz="365760" rtl="1">
              <a:lnSpc>
                <a:spcPct val="100000"/>
              </a:lnSpc>
              <a:spcBef>
                <a:spcPts val="799"/>
              </a:spcBef>
              <a:buClr>
                <a:srgbClr val="EF53A5"/>
              </a:buClr>
              <a:buSzPct val="80000"/>
              <a:buFont typeface="Wingdings 3" charset="2"/>
              <a:buChar char=""/>
            </a:pPr>
            <a:r>
              <a:rPr lang="en-US" sz="1280" b="0" u="none" strike="noStrike">
                <a:solidFill>
                  <a:schemeClr val="lt1"/>
                </a:solidFill>
                <a:effectLst/>
                <a:uFillTx/>
                <a:latin typeface="Century Gothic"/>
              </a:rPr>
              <a:t>Third level</a:t>
            </a:r>
            <a:endParaRPr lang="en-US" sz="1280" b="0" u="none" strike="noStrike">
              <a:solidFill>
                <a:schemeClr val="lt1"/>
              </a:solidFill>
              <a:effectLst/>
              <a:uFillTx/>
              <a:latin typeface="Century Gothic"/>
            </a:endParaRPr>
          </a:p>
          <a:p>
            <a:pPr marL="1280160" lvl="3" indent="-182880" algn="r" defTabSz="365760" rtl="1">
              <a:lnSpc>
                <a:spcPct val="100000"/>
              </a:lnSpc>
              <a:spcBef>
                <a:spcPts val="799"/>
              </a:spcBef>
              <a:buClr>
                <a:srgbClr val="EF53A5"/>
              </a:buClr>
              <a:buSzPct val="80000"/>
              <a:buFont typeface="Wingdings 3" charset="2"/>
              <a:buChar char=""/>
            </a:pPr>
            <a:r>
              <a:rPr lang="en-US" sz="1120" b="0" u="none" strike="noStrike">
                <a:solidFill>
                  <a:schemeClr val="lt1"/>
                </a:solidFill>
                <a:effectLst/>
                <a:uFillTx/>
                <a:latin typeface="Century Gothic"/>
              </a:rPr>
              <a:t>Fourth level</a:t>
            </a:r>
            <a:endParaRPr lang="en-US" sz="1120" b="0" u="none" strike="noStrike">
              <a:solidFill>
                <a:schemeClr val="lt1"/>
              </a:solidFill>
              <a:effectLst/>
              <a:uFillTx/>
              <a:latin typeface="Century Gothic"/>
            </a:endParaRPr>
          </a:p>
          <a:p>
            <a:pPr marL="1645920" lvl="4" indent="-182880" algn="r" defTabSz="365760" rtl="1">
              <a:lnSpc>
                <a:spcPct val="100000"/>
              </a:lnSpc>
              <a:spcBef>
                <a:spcPts val="799"/>
              </a:spcBef>
              <a:buClr>
                <a:srgbClr val="EF53A5"/>
              </a:buClr>
              <a:buSzPct val="80000"/>
              <a:buFont typeface="Wingdings 3" charset="2"/>
              <a:buChar char=""/>
            </a:pPr>
            <a:r>
              <a:rPr lang="en-US" sz="1120" b="0" u="none" strike="noStrike">
                <a:solidFill>
                  <a:schemeClr val="lt1"/>
                </a:solidFill>
                <a:effectLst/>
                <a:uFillTx/>
                <a:latin typeface="Century Gothic"/>
              </a:rPr>
              <a:t>Fifth level</a:t>
            </a:r>
            <a:endParaRPr lang="en-US" sz="1120" b="0" u="none" strike="noStrike">
              <a:solidFill>
                <a:schemeClr val="lt1"/>
              </a:solidFill>
              <a:effectLst/>
              <a:uFillTx/>
              <a:latin typeface="Century Gothic"/>
            </a:endParaRPr>
          </a:p>
        </p:txBody>
      </p:sp>
      <p:sp>
        <p:nvSpPr>
          <p:cNvPr id="21" name="PlaceHolder 3"/>
          <p:cNvSpPr>
            <a:spLocks noGrp="1"/>
          </p:cNvSpPr>
          <p:nvPr>
            <p:ph type="dt" idx="4"/>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 </a:t>
            </a:r>
            <a:endParaRPr lang="en-US" sz="880" b="0" u="none" strike="noStrike">
              <a:solidFill>
                <a:srgbClr val="FFFFFF"/>
              </a:solidFill>
              <a:effectLst/>
              <a:uFillTx/>
              <a:latin typeface="Times New Roman"/>
            </a:endParaRPr>
          </a:p>
        </p:txBody>
      </p:sp>
      <p:sp>
        <p:nvSpPr>
          <p:cNvPr id="22" name="PlaceHolder 4"/>
          <p:cNvSpPr>
            <a:spLocks noGrp="1"/>
          </p:cNvSpPr>
          <p:nvPr>
            <p:ph type="ftr" idx="5"/>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 </a:t>
            </a:r>
            <a:endParaRPr lang="en-US" sz="880" b="0" u="none" strike="noStrike">
              <a:solidFill>
                <a:srgbClr val="FFFFFF"/>
              </a:solidFill>
              <a:effectLst/>
              <a:uFillTx/>
              <a:latin typeface="Times New Roman"/>
            </a:endParaRPr>
          </a:p>
        </p:txBody>
      </p:sp>
      <p:sp>
        <p:nvSpPr>
          <p:cNvPr id="23" name="PlaceHolder 5"/>
          <p:cNvSpPr>
            <a:spLocks noGrp="1"/>
          </p:cNvSpPr>
          <p:nvPr>
            <p:ph type="sldNum" idx="6"/>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6BD9F3B2-0653-4FF9-A1B2-5D4ABE2C578B}" type="slidenum">
              <a:rPr lang="en-US" sz="2240" b="0" u="none" strike="noStrike">
                <a:solidFill>
                  <a:schemeClr val="lt1">
                    <a:tint val="75000"/>
                  </a:schemeClr>
                </a:solidFill>
                <a:effectLst/>
                <a:uFillTx/>
                <a:latin typeface="Century Gothic"/>
              </a:rPr>
              <a:t>8</a:t>
            </a:fld>
            <a:endParaRPr lang="en-US" sz="2240" b="0" u="none" strike="noStrik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stretch/>
        </a:blipFill>
      </p:bgPr>
    </p:bg>
    <p:spTree>
      <p:nvGrpSpPr>
        <p:cNvPr id="1" name=""/>
        <p:cNvGrpSpPr/>
        <p:nvPr/>
      </p:nvGrpSpPr>
      <p:grpSpPr>
        <a:xfrm>
          <a:off x="0" y="0"/>
          <a:ext cx="0" cy="0"/>
          <a:chOff x="0" y="0"/>
          <a:chExt cx="0" cy="0"/>
        </a:xfrm>
      </p:grpSpPr>
      <p:sp>
        <p:nvSpPr>
          <p:cNvPr id="24"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 name="PlaceHolder 1"/>
          <p:cNvSpPr>
            <a:spLocks noGrp="1"/>
          </p:cNvSpPr>
          <p:nvPr>
            <p:ph type="title"/>
          </p:nvPr>
        </p:nvSpPr>
        <p:spPr>
          <a:xfrm>
            <a:off x="693000" y="4070160"/>
            <a:ext cx="5295960" cy="2723760"/>
          </a:xfrm>
          <a:prstGeom prst="rect">
            <a:avLst/>
          </a:prstGeom>
          <a:noFill/>
          <a:ln w="0">
            <a:noFill/>
          </a:ln>
        </p:spPr>
        <p:txBody>
          <a:bodyPr lIns="91440" tIns="45720" rIns="91440" bIns="45720" anchor="b">
            <a:noAutofit/>
          </a:bodyPr>
          <a:lstStyle>
            <a:lvl1pPr indent="0" algn="l" defTabSz="365760" rtl="1">
              <a:lnSpc>
                <a:spcPct val="100000"/>
              </a:lnSpc>
              <a:buNone/>
              <a:tabLst>
                <a:tab pos="0" algn="l"/>
              </a:tabLst>
              <a:defRPr lang="en-US" sz="3200"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200" b="0" u="none" strike="noStrike">
                <a:solidFill>
                  <a:schemeClr val="lt2"/>
                </a:solidFill>
                <a:effectLst/>
                <a:uFillTx/>
                <a:latin typeface="Century Gothic"/>
              </a:rPr>
              <a:t>Click to edit Master title style</a:t>
            </a:r>
            <a:endParaRPr lang="en-US" sz="3200" b="0" u="none" strike="noStrike">
              <a:solidFill>
                <a:schemeClr val="lt2"/>
              </a:solidFill>
              <a:effectLst/>
              <a:uFillTx/>
              <a:latin typeface="Century Gothic"/>
            </a:endParaRPr>
          </a:p>
        </p:txBody>
      </p:sp>
      <p:sp>
        <p:nvSpPr>
          <p:cNvPr id="31" name="PlaceHolder 2"/>
          <p:cNvSpPr>
            <a:spLocks noGrp="1"/>
          </p:cNvSpPr>
          <p:nvPr>
            <p:ph type="body"/>
          </p:nvPr>
        </p:nvSpPr>
        <p:spPr>
          <a:xfrm>
            <a:off x="693000" y="6794640"/>
            <a:ext cx="5295960" cy="1222920"/>
          </a:xfrm>
          <a:prstGeom prst="rect">
            <a:avLst/>
          </a:prstGeom>
          <a:noFill/>
          <a:ln w="0">
            <a:noFill/>
          </a:ln>
        </p:spPr>
        <p:txBody>
          <a:bodyPr lIns="91440" tIns="45720" rIns="91440" bIns="45720" anchor="t">
            <a:noAutofit/>
          </a:bodyPr>
          <a:lstStyle>
            <a:lvl1pPr indent="0" algn="l" defTabSz="365760" rtl="1">
              <a:lnSpc>
                <a:spcPct val="100000"/>
              </a:lnSpc>
              <a:spcBef>
                <a:spcPts val="799"/>
              </a:spcBef>
              <a:buNone/>
              <a:tabLst>
                <a:tab pos="0" algn="l"/>
              </a:tabLst>
              <a:defRPr lang="en-US" sz="1600" b="0" u="none" strike="noStrike" cap="all">
                <a:solidFill>
                  <a:schemeClr val="accent1">
                    <a:lumMod val="60000"/>
                    <a:lumOff val="40000"/>
                  </a:schemeClr>
                </a:solidFill>
                <a:effectLst/>
                <a:uFillTx/>
                <a:latin typeface="Century Gothic"/>
              </a:defRPr>
            </a:lvl1pPr>
          </a:lstStyle>
          <a:p>
            <a:pPr indent="0" algn="l" defTabSz="365760" rtl="1">
              <a:lnSpc>
                <a:spcPct val="100000"/>
              </a:lnSpc>
              <a:spcBef>
                <a:spcPts val="799"/>
              </a:spcBef>
              <a:buNone/>
              <a:tabLst>
                <a:tab pos="0" algn="l"/>
              </a:tabLst>
            </a:pPr>
            <a:r>
              <a:rPr lang="en-US" sz="1600" b="0" u="none" strike="noStrike" cap="all">
                <a:solidFill>
                  <a:schemeClr val="accent1">
                    <a:lumMod val="60000"/>
                    <a:lumOff val="40000"/>
                  </a:schemeClr>
                </a:solidFill>
                <a:effectLst/>
                <a:uFillTx/>
                <a:latin typeface="Century Gothic"/>
              </a:rPr>
              <a:t>Click to edit Master text styles</a:t>
            </a:r>
            <a:endParaRPr lang="en-US" sz="1600" b="0" u="none" strike="noStrike" cap="all">
              <a:solidFill>
                <a:schemeClr val="accent1">
                  <a:lumMod val="60000"/>
                  <a:lumOff val="40000"/>
                </a:schemeClr>
              </a:solidFill>
              <a:effectLst/>
              <a:uFillTx/>
              <a:latin typeface="Century Gothic"/>
            </a:endParaRPr>
          </a:p>
        </p:txBody>
      </p:sp>
      <p:sp>
        <p:nvSpPr>
          <p:cNvPr id="32" name="PlaceHolder 3"/>
          <p:cNvSpPr>
            <a:spLocks noGrp="1"/>
          </p:cNvSpPr>
          <p:nvPr>
            <p:ph type="dt" idx="7"/>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 </a:t>
            </a:r>
            <a:endParaRPr lang="en-US" sz="880" b="0" u="none" strike="noStrike">
              <a:solidFill>
                <a:srgbClr val="FFFFFF"/>
              </a:solidFill>
              <a:effectLst/>
              <a:uFillTx/>
              <a:latin typeface="Times New Roman"/>
            </a:endParaRPr>
          </a:p>
        </p:txBody>
      </p:sp>
      <p:sp>
        <p:nvSpPr>
          <p:cNvPr id="33" name="PlaceHolder 4"/>
          <p:cNvSpPr>
            <a:spLocks noGrp="1"/>
          </p:cNvSpPr>
          <p:nvPr>
            <p:ph type="ftr" idx="8"/>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 </a:t>
            </a:r>
            <a:endParaRPr lang="en-US" sz="880" b="0" u="none" strike="noStrike">
              <a:solidFill>
                <a:srgbClr val="FFFFFF"/>
              </a:solidFill>
              <a:effectLst/>
              <a:uFillTx/>
              <a:latin typeface="Times New Roman"/>
            </a:endParaRPr>
          </a:p>
        </p:txBody>
      </p:sp>
      <p:sp>
        <p:nvSpPr>
          <p:cNvPr id="34" name="PlaceHolder 5"/>
          <p:cNvSpPr>
            <a:spLocks noGrp="1"/>
          </p:cNvSpPr>
          <p:nvPr>
            <p:ph type="sldNum" idx="9"/>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7C2D9BE6-AAD6-445D-925C-9642FC1EC313}" type="slidenum">
              <a:rPr lang="en-US" sz="2240" b="0" u="none" strike="noStrike">
                <a:solidFill>
                  <a:schemeClr val="lt1">
                    <a:tint val="75000"/>
                  </a:schemeClr>
                </a:solidFill>
                <a:effectLst/>
                <a:uFillTx/>
                <a:latin typeface="Century Gothic"/>
              </a:rPr>
              <a:t>8</a:t>
            </a:fld>
            <a:endParaRPr lang="en-US" sz="2240" b="0" u="none" strike="noStrik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stretch/>
        </a:blipFill>
      </p:bgPr>
    </p:bg>
    <p:spTree>
      <p:nvGrpSpPr>
        <p:cNvPr id="1" name=""/>
        <p:cNvGrpSpPr/>
        <p:nvPr/>
      </p:nvGrpSpPr>
      <p:grpSpPr>
        <a:xfrm>
          <a:off x="0" y="0"/>
          <a:ext cx="0" cy="0"/>
          <a:chOff x="0" y="0"/>
          <a:chExt cx="0" cy="0"/>
        </a:xfrm>
      </p:grpSpPr>
      <p:sp>
        <p:nvSpPr>
          <p:cNvPr id="35"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 name="PlaceHolder 1"/>
          <p:cNvSpPr>
            <a:spLocks noGrp="1"/>
          </p:cNvSpPr>
          <p:nvPr>
            <p:ph type="title"/>
          </p:nvPr>
        </p:nvSpPr>
        <p:spPr>
          <a:xfrm>
            <a:off x="387720" y="644040"/>
            <a:ext cx="5643720" cy="1991160"/>
          </a:xfrm>
          <a:prstGeom prst="rect">
            <a:avLst/>
          </a:prstGeom>
          <a:noFill/>
          <a:ln w="0">
            <a:noFill/>
          </a:ln>
        </p:spPr>
        <p:txBody>
          <a:bodyPr lIns="91440" tIns="45720" rIns="91440" bIns="45720" anchor="t">
            <a:noAutofit/>
          </a:bodyPr>
          <a:lstStyle>
            <a:lvl1pPr indent="0" algn="l" defTabSz="365760" rtl="1">
              <a:lnSpc>
                <a:spcPct val="100000"/>
              </a:lnSpc>
              <a:buNone/>
              <a:tabLst>
                <a:tab pos="0" algn="l"/>
              </a:tabLst>
              <a:defRPr lang="en-US" sz="3359"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359" b="0" u="none" strike="noStrike">
                <a:solidFill>
                  <a:schemeClr val="lt2"/>
                </a:solidFill>
                <a:effectLst/>
                <a:uFillTx/>
                <a:latin typeface="Century Gothic"/>
              </a:rPr>
              <a:t>Click to edit Master title style</a:t>
            </a:r>
            <a:endParaRPr lang="en-US" sz="3359" b="0" u="none" strike="noStrike">
              <a:solidFill>
                <a:schemeClr val="lt2"/>
              </a:solidFill>
              <a:effectLst/>
              <a:uFillTx/>
              <a:latin typeface="Century Gothic"/>
            </a:endParaRPr>
          </a:p>
        </p:txBody>
      </p:sp>
      <p:sp>
        <p:nvSpPr>
          <p:cNvPr id="42" name="PlaceHolder 2"/>
          <p:cNvSpPr>
            <a:spLocks noGrp="1"/>
          </p:cNvSpPr>
          <p:nvPr>
            <p:ph type="body"/>
          </p:nvPr>
        </p:nvSpPr>
        <p:spPr>
          <a:xfrm>
            <a:off x="662040" y="2930760"/>
            <a:ext cx="2637720" cy="5966640"/>
          </a:xfrm>
          <a:prstGeom prst="rect">
            <a:avLst/>
          </a:prstGeom>
          <a:noFill/>
          <a:ln w="0">
            <a:noFill/>
          </a:ln>
        </p:spPr>
        <p:txBody>
          <a:bodyPr lIns="91440" tIns="45720" rIns="91440" bIns="45720" anchor="t">
            <a:normAutofit/>
          </a:bodyPr>
          <a:lstStyle>
            <a:lvl1pPr algn="r" defTabSz="365760" rtl="1">
              <a:lnSpc>
                <a:spcPct val="100000"/>
              </a:lnSpc>
              <a:spcBef>
                <a:spcPts val="799"/>
              </a:spcBef>
              <a:buClr>
                <a:srgbClr val="EF53A5"/>
              </a:buClr>
              <a:buSzPct val="80000"/>
              <a:buFont typeface="Wingdings 3" charset="2"/>
              <a:buChar char=""/>
              <a:defRPr lang="en-US" sz="1440" b="0" u="none" strike="noStrike">
                <a:solidFill>
                  <a:schemeClr val="lt1"/>
                </a:solidFill>
                <a:effectLst/>
                <a:uFillTx/>
                <a:latin typeface="Century Gothic"/>
              </a:defRPr>
            </a:lvl1pPr>
            <a:lvl2pPr lvl="1" algn="r" defTabSz="365760" rtl="1">
              <a:lnSpc>
                <a:spcPct val="100000"/>
              </a:lnSpc>
              <a:spcBef>
                <a:spcPts val="799"/>
              </a:spcBef>
              <a:buClr>
                <a:srgbClr val="EF53A5"/>
              </a:buClr>
              <a:buSzPct val="80000"/>
              <a:buFont typeface="Wingdings 3" charset="2"/>
              <a:buChar char=""/>
              <a:defRPr lang="en-US" sz="1280" b="0" u="none" strike="noStrike">
                <a:solidFill>
                  <a:schemeClr val="lt1"/>
                </a:solidFill>
                <a:effectLst/>
                <a:uFillTx/>
                <a:latin typeface="Century Gothic"/>
              </a:defRPr>
            </a:lvl2pPr>
            <a:lvl3pPr lvl="2" algn="r" defTabSz="365760" rtl="1">
              <a:lnSpc>
                <a:spcPct val="100000"/>
              </a:lnSpc>
              <a:spcBef>
                <a:spcPts val="799"/>
              </a:spcBef>
              <a:buClr>
                <a:srgbClr val="EF53A5"/>
              </a:buClr>
              <a:buSzPct val="80000"/>
              <a:buFont typeface="Wingdings 3" charset="2"/>
              <a:buChar char=""/>
              <a:defRPr lang="en-US" sz="1120" b="0" u="none" strike="noStrike">
                <a:solidFill>
                  <a:schemeClr val="lt1"/>
                </a:solidFill>
                <a:effectLst/>
                <a:uFillTx/>
                <a:latin typeface="Century Gothic"/>
              </a:defRPr>
            </a:lvl3pPr>
            <a:lvl4pPr lvl="3" algn="r" defTabSz="365760" rtl="1">
              <a:lnSpc>
                <a:spcPct val="100000"/>
              </a:lnSpc>
              <a:spcBef>
                <a:spcPts val="799"/>
              </a:spcBef>
              <a:buClr>
                <a:srgbClr val="EF53A5"/>
              </a:buClr>
              <a:buSzPct val="80000"/>
              <a:buFont typeface="Wingdings 3" charset="2"/>
              <a:buChar char=""/>
              <a:defRPr lang="en-US" sz="960" b="0" u="none" strike="noStrike">
                <a:solidFill>
                  <a:schemeClr val="lt1"/>
                </a:solidFill>
                <a:effectLst/>
                <a:uFillTx/>
                <a:latin typeface="Century Gothic"/>
              </a:defRPr>
            </a:lvl4pPr>
            <a:lvl5pPr lvl="4" algn="r" defTabSz="365760" rtl="1">
              <a:lnSpc>
                <a:spcPct val="100000"/>
              </a:lnSpc>
              <a:spcBef>
                <a:spcPts val="799"/>
              </a:spcBef>
              <a:buClr>
                <a:srgbClr val="EF53A5"/>
              </a:buClr>
              <a:buSzPct val="80000"/>
              <a:buFont typeface="Wingdings 3" charset="2"/>
              <a:buChar char=""/>
              <a:defRPr lang="en-US" sz="960" b="0" u="none" strike="noStrike">
                <a:solidFill>
                  <a:schemeClr val="lt1"/>
                </a:solidFill>
                <a:effectLst/>
                <a:uFillTx/>
                <a:latin typeface="Century Gothic"/>
              </a:defRPr>
            </a:lvl5pPr>
          </a:lstStyle>
          <a:p>
            <a:pPr marL="274320" indent="-274320" algn="r" defTabSz="365760" rtl="1">
              <a:lnSpc>
                <a:spcPct val="100000"/>
              </a:lnSpc>
              <a:spcBef>
                <a:spcPts val="799"/>
              </a:spcBef>
              <a:buClr>
                <a:srgbClr val="EF53A5"/>
              </a:buClr>
              <a:buSzPct val="80000"/>
              <a:buFont typeface="Wingdings 3" charset="2"/>
              <a:buChar char=""/>
            </a:pPr>
            <a:r>
              <a:rPr lang="en-US" sz="1440" b="0" u="none" strike="noStrike">
                <a:solidFill>
                  <a:schemeClr val="lt1"/>
                </a:solidFill>
                <a:effectLst/>
                <a:uFillTx/>
                <a:latin typeface="Century Gothic"/>
              </a:rPr>
              <a:t>Click to edit Master text styles</a:t>
            </a:r>
            <a:endParaRPr lang="en-US" sz="1440" b="0" u="none" strike="noStrike">
              <a:solidFill>
                <a:schemeClr val="lt1"/>
              </a:solidFill>
              <a:effectLst/>
              <a:uFillTx/>
              <a:latin typeface="Century Gothic"/>
            </a:endParaRPr>
          </a:p>
          <a:p>
            <a:pPr marL="594360" lvl="1" indent="-228600" algn="r" defTabSz="365760" rtl="1">
              <a:lnSpc>
                <a:spcPct val="100000"/>
              </a:lnSpc>
              <a:spcBef>
                <a:spcPts val="799"/>
              </a:spcBef>
              <a:buClr>
                <a:srgbClr val="EF53A5"/>
              </a:buClr>
              <a:buSzPct val="80000"/>
              <a:buFont typeface="Wingdings 3" charset="2"/>
              <a:buChar char=""/>
            </a:pPr>
            <a:r>
              <a:rPr lang="en-US" sz="1280" b="0" u="none" strike="noStrike">
                <a:solidFill>
                  <a:schemeClr val="lt1"/>
                </a:solidFill>
                <a:effectLst/>
                <a:uFillTx/>
                <a:latin typeface="Century Gothic"/>
              </a:rPr>
              <a:t>Second level</a:t>
            </a:r>
            <a:endParaRPr lang="en-US" sz="1280" b="0" u="none" strike="noStrike">
              <a:solidFill>
                <a:schemeClr val="lt1"/>
              </a:solidFill>
              <a:effectLst/>
              <a:uFillTx/>
              <a:latin typeface="Century Gothic"/>
            </a:endParaRPr>
          </a:p>
          <a:p>
            <a:pPr marL="914400" lvl="2" indent="-182880" algn="r" defTabSz="365760" rtl="1">
              <a:lnSpc>
                <a:spcPct val="100000"/>
              </a:lnSpc>
              <a:spcBef>
                <a:spcPts val="799"/>
              </a:spcBef>
              <a:buClr>
                <a:srgbClr val="EF53A5"/>
              </a:buClr>
              <a:buSzPct val="80000"/>
              <a:buFont typeface="Wingdings 3" charset="2"/>
              <a:buChar char=""/>
            </a:pPr>
            <a:r>
              <a:rPr lang="en-US" sz="1120" b="0" u="none" strike="noStrike">
                <a:solidFill>
                  <a:schemeClr val="lt1"/>
                </a:solidFill>
                <a:effectLst/>
                <a:uFillTx/>
                <a:latin typeface="Century Gothic"/>
              </a:rPr>
              <a:t>Third level</a:t>
            </a:r>
            <a:endParaRPr lang="en-US" sz="1120" b="0" u="none" strike="noStrike">
              <a:solidFill>
                <a:schemeClr val="lt1"/>
              </a:solidFill>
              <a:effectLst/>
              <a:uFillTx/>
              <a:latin typeface="Century Gothic"/>
            </a:endParaRPr>
          </a:p>
          <a:p>
            <a:pPr marL="1280160" lvl="3" indent="-182880" algn="r" defTabSz="365760" rtl="1">
              <a:lnSpc>
                <a:spcPct val="100000"/>
              </a:lnSpc>
              <a:spcBef>
                <a:spcPts val="799"/>
              </a:spcBef>
              <a:buClr>
                <a:srgbClr val="EF53A5"/>
              </a:buClr>
              <a:buSzPct val="80000"/>
              <a:buFont typeface="Wingdings 3" charset="2"/>
              <a:buChar char=""/>
            </a:pPr>
            <a:r>
              <a:rPr lang="en-US" sz="960" b="0" u="none" strike="noStrike">
                <a:solidFill>
                  <a:schemeClr val="lt1"/>
                </a:solidFill>
                <a:effectLst/>
                <a:uFillTx/>
                <a:latin typeface="Century Gothic"/>
              </a:rPr>
              <a:t>Fourth level</a:t>
            </a:r>
            <a:endParaRPr lang="en-US" sz="960" b="0" u="none" strike="noStrike">
              <a:solidFill>
                <a:schemeClr val="lt1"/>
              </a:solidFill>
              <a:effectLst/>
              <a:uFillTx/>
              <a:latin typeface="Century Gothic"/>
            </a:endParaRPr>
          </a:p>
          <a:p>
            <a:pPr marL="1645920" lvl="4" indent="-182880" algn="r" defTabSz="365760" rtl="1">
              <a:lnSpc>
                <a:spcPct val="100000"/>
              </a:lnSpc>
              <a:spcBef>
                <a:spcPts val="799"/>
              </a:spcBef>
              <a:buClr>
                <a:srgbClr val="EF53A5"/>
              </a:buClr>
              <a:buSzPct val="80000"/>
              <a:buFont typeface="Wingdings 3" charset="2"/>
              <a:buChar char=""/>
            </a:pPr>
            <a:r>
              <a:rPr lang="en-US" sz="960" b="0" u="none" strike="noStrike">
                <a:solidFill>
                  <a:schemeClr val="lt1"/>
                </a:solidFill>
                <a:effectLst/>
                <a:uFillTx/>
                <a:latin typeface="Century Gothic"/>
              </a:rPr>
              <a:t>Fifth level</a:t>
            </a:r>
            <a:endParaRPr lang="en-US" sz="960" b="0" u="none" strike="noStrike">
              <a:solidFill>
                <a:schemeClr val="lt1"/>
              </a:solidFill>
              <a:effectLst/>
              <a:uFillTx/>
              <a:latin typeface="Century Gothic"/>
            </a:endParaRPr>
          </a:p>
        </p:txBody>
      </p:sp>
      <p:sp>
        <p:nvSpPr>
          <p:cNvPr id="43" name="PlaceHolder 3"/>
          <p:cNvSpPr>
            <a:spLocks noGrp="1"/>
          </p:cNvSpPr>
          <p:nvPr>
            <p:ph type="body"/>
          </p:nvPr>
        </p:nvSpPr>
        <p:spPr>
          <a:xfrm>
            <a:off x="3393720" y="2924280"/>
            <a:ext cx="2637720" cy="5973120"/>
          </a:xfrm>
          <a:prstGeom prst="rect">
            <a:avLst/>
          </a:prstGeom>
          <a:noFill/>
          <a:ln w="0">
            <a:noFill/>
          </a:ln>
        </p:spPr>
        <p:txBody>
          <a:bodyPr lIns="91440" tIns="45720" rIns="91440" bIns="45720" anchor="t">
            <a:normAutofit/>
          </a:bodyPr>
          <a:lstStyle>
            <a:lvl1pPr algn="r" defTabSz="365760" rtl="1">
              <a:lnSpc>
                <a:spcPct val="100000"/>
              </a:lnSpc>
              <a:spcBef>
                <a:spcPts val="799"/>
              </a:spcBef>
              <a:buClr>
                <a:srgbClr val="EF53A5"/>
              </a:buClr>
              <a:buSzPct val="80000"/>
              <a:buFont typeface="Wingdings 3" charset="2"/>
              <a:buChar char=""/>
              <a:defRPr lang="en-US" sz="1440" b="0" u="none" strike="noStrike">
                <a:solidFill>
                  <a:schemeClr val="lt1"/>
                </a:solidFill>
                <a:effectLst/>
                <a:uFillTx/>
                <a:latin typeface="Century Gothic"/>
              </a:defRPr>
            </a:lvl1pPr>
            <a:lvl2pPr lvl="1" algn="r" defTabSz="365760" rtl="1">
              <a:lnSpc>
                <a:spcPct val="100000"/>
              </a:lnSpc>
              <a:spcBef>
                <a:spcPts val="799"/>
              </a:spcBef>
              <a:buClr>
                <a:srgbClr val="EF53A5"/>
              </a:buClr>
              <a:buSzPct val="80000"/>
              <a:buFont typeface="Wingdings 3" charset="2"/>
              <a:buChar char=""/>
              <a:defRPr lang="en-US" sz="1280" b="0" u="none" strike="noStrike">
                <a:solidFill>
                  <a:schemeClr val="lt1"/>
                </a:solidFill>
                <a:effectLst/>
                <a:uFillTx/>
                <a:latin typeface="Century Gothic"/>
              </a:defRPr>
            </a:lvl2pPr>
            <a:lvl3pPr lvl="2" algn="r" defTabSz="365760" rtl="1">
              <a:lnSpc>
                <a:spcPct val="100000"/>
              </a:lnSpc>
              <a:spcBef>
                <a:spcPts val="799"/>
              </a:spcBef>
              <a:buClr>
                <a:srgbClr val="EF53A5"/>
              </a:buClr>
              <a:buSzPct val="80000"/>
              <a:buFont typeface="Wingdings 3" charset="2"/>
              <a:buChar char=""/>
              <a:defRPr lang="en-US" sz="1120" b="0" u="none" strike="noStrike">
                <a:solidFill>
                  <a:schemeClr val="lt1"/>
                </a:solidFill>
                <a:effectLst/>
                <a:uFillTx/>
                <a:latin typeface="Century Gothic"/>
              </a:defRPr>
            </a:lvl3pPr>
            <a:lvl4pPr lvl="3" algn="r" defTabSz="365760" rtl="1">
              <a:lnSpc>
                <a:spcPct val="100000"/>
              </a:lnSpc>
              <a:spcBef>
                <a:spcPts val="799"/>
              </a:spcBef>
              <a:buClr>
                <a:srgbClr val="EF53A5"/>
              </a:buClr>
              <a:buSzPct val="80000"/>
              <a:buFont typeface="Wingdings 3" charset="2"/>
              <a:buChar char=""/>
              <a:defRPr lang="en-US" sz="960" b="0" u="none" strike="noStrike">
                <a:solidFill>
                  <a:schemeClr val="lt1"/>
                </a:solidFill>
                <a:effectLst/>
                <a:uFillTx/>
                <a:latin typeface="Century Gothic"/>
              </a:defRPr>
            </a:lvl4pPr>
            <a:lvl5pPr lvl="4" algn="r" defTabSz="365760" rtl="1">
              <a:lnSpc>
                <a:spcPct val="100000"/>
              </a:lnSpc>
              <a:spcBef>
                <a:spcPts val="799"/>
              </a:spcBef>
              <a:buClr>
                <a:srgbClr val="EF53A5"/>
              </a:buClr>
              <a:buSzPct val="80000"/>
              <a:buFont typeface="Wingdings 3" charset="2"/>
              <a:buChar char=""/>
              <a:defRPr lang="en-US" sz="960" b="0" u="none" strike="noStrike">
                <a:solidFill>
                  <a:schemeClr val="lt1"/>
                </a:solidFill>
                <a:effectLst/>
                <a:uFillTx/>
                <a:latin typeface="Century Gothic"/>
              </a:defRPr>
            </a:lvl5pPr>
          </a:lstStyle>
          <a:p>
            <a:pPr marL="274320" indent="-274320" algn="r" defTabSz="365760" rtl="1">
              <a:lnSpc>
                <a:spcPct val="100000"/>
              </a:lnSpc>
              <a:spcBef>
                <a:spcPts val="799"/>
              </a:spcBef>
              <a:buClr>
                <a:srgbClr val="EF53A5"/>
              </a:buClr>
              <a:buSzPct val="80000"/>
              <a:buFont typeface="Wingdings 3" charset="2"/>
              <a:buChar char=""/>
            </a:pPr>
            <a:r>
              <a:rPr lang="en-US" sz="1440" b="0" u="none" strike="noStrike">
                <a:solidFill>
                  <a:schemeClr val="lt1"/>
                </a:solidFill>
                <a:effectLst/>
                <a:uFillTx/>
                <a:latin typeface="Century Gothic"/>
              </a:rPr>
              <a:t>Click to edit Master text styles</a:t>
            </a:r>
            <a:endParaRPr lang="en-US" sz="1440" b="0" u="none" strike="noStrike">
              <a:solidFill>
                <a:schemeClr val="lt1"/>
              </a:solidFill>
              <a:effectLst/>
              <a:uFillTx/>
              <a:latin typeface="Century Gothic"/>
            </a:endParaRPr>
          </a:p>
          <a:p>
            <a:pPr marL="594360" lvl="1" indent="-228600" algn="r" defTabSz="365760" rtl="1">
              <a:lnSpc>
                <a:spcPct val="100000"/>
              </a:lnSpc>
              <a:spcBef>
                <a:spcPts val="799"/>
              </a:spcBef>
              <a:buClr>
                <a:srgbClr val="EF53A5"/>
              </a:buClr>
              <a:buSzPct val="80000"/>
              <a:buFont typeface="Wingdings 3" charset="2"/>
              <a:buChar char=""/>
            </a:pPr>
            <a:r>
              <a:rPr lang="en-US" sz="1280" b="0" u="none" strike="noStrike">
                <a:solidFill>
                  <a:schemeClr val="lt1"/>
                </a:solidFill>
                <a:effectLst/>
                <a:uFillTx/>
                <a:latin typeface="Century Gothic"/>
              </a:rPr>
              <a:t>Second level</a:t>
            </a:r>
            <a:endParaRPr lang="en-US" sz="1280" b="0" u="none" strike="noStrike">
              <a:solidFill>
                <a:schemeClr val="lt1"/>
              </a:solidFill>
              <a:effectLst/>
              <a:uFillTx/>
              <a:latin typeface="Century Gothic"/>
            </a:endParaRPr>
          </a:p>
          <a:p>
            <a:pPr marL="914400" lvl="2" indent="-182880" algn="r" defTabSz="365760" rtl="1">
              <a:lnSpc>
                <a:spcPct val="100000"/>
              </a:lnSpc>
              <a:spcBef>
                <a:spcPts val="799"/>
              </a:spcBef>
              <a:buClr>
                <a:srgbClr val="EF53A5"/>
              </a:buClr>
              <a:buSzPct val="80000"/>
              <a:buFont typeface="Wingdings 3" charset="2"/>
              <a:buChar char=""/>
            </a:pPr>
            <a:r>
              <a:rPr lang="en-US" sz="1120" b="0" u="none" strike="noStrike">
                <a:solidFill>
                  <a:schemeClr val="lt1"/>
                </a:solidFill>
                <a:effectLst/>
                <a:uFillTx/>
                <a:latin typeface="Century Gothic"/>
              </a:rPr>
              <a:t>Third level</a:t>
            </a:r>
            <a:endParaRPr lang="en-US" sz="1120" b="0" u="none" strike="noStrike">
              <a:solidFill>
                <a:schemeClr val="lt1"/>
              </a:solidFill>
              <a:effectLst/>
              <a:uFillTx/>
              <a:latin typeface="Century Gothic"/>
            </a:endParaRPr>
          </a:p>
          <a:p>
            <a:pPr marL="1280160" lvl="3" indent="-182880" algn="r" defTabSz="365760" rtl="1">
              <a:lnSpc>
                <a:spcPct val="100000"/>
              </a:lnSpc>
              <a:spcBef>
                <a:spcPts val="799"/>
              </a:spcBef>
              <a:buClr>
                <a:srgbClr val="EF53A5"/>
              </a:buClr>
              <a:buSzPct val="80000"/>
              <a:buFont typeface="Wingdings 3" charset="2"/>
              <a:buChar char=""/>
            </a:pPr>
            <a:r>
              <a:rPr lang="en-US" sz="960" b="0" u="none" strike="noStrike">
                <a:solidFill>
                  <a:schemeClr val="lt1"/>
                </a:solidFill>
                <a:effectLst/>
                <a:uFillTx/>
                <a:latin typeface="Century Gothic"/>
              </a:rPr>
              <a:t>Fourth level</a:t>
            </a:r>
            <a:endParaRPr lang="en-US" sz="960" b="0" u="none" strike="noStrike">
              <a:solidFill>
                <a:schemeClr val="lt1"/>
              </a:solidFill>
              <a:effectLst/>
              <a:uFillTx/>
              <a:latin typeface="Century Gothic"/>
            </a:endParaRPr>
          </a:p>
          <a:p>
            <a:pPr marL="1645920" lvl="4" indent="-182880" algn="r" defTabSz="365760" rtl="1">
              <a:lnSpc>
                <a:spcPct val="100000"/>
              </a:lnSpc>
              <a:spcBef>
                <a:spcPts val="799"/>
              </a:spcBef>
              <a:buClr>
                <a:srgbClr val="EF53A5"/>
              </a:buClr>
              <a:buSzPct val="80000"/>
              <a:buFont typeface="Wingdings 3" charset="2"/>
              <a:buChar char=""/>
            </a:pPr>
            <a:r>
              <a:rPr lang="en-US" sz="960" b="0" u="none" strike="noStrike">
                <a:solidFill>
                  <a:schemeClr val="lt1"/>
                </a:solidFill>
                <a:effectLst/>
                <a:uFillTx/>
                <a:latin typeface="Century Gothic"/>
              </a:rPr>
              <a:t>Fifth level</a:t>
            </a:r>
            <a:endParaRPr lang="en-US" sz="960" b="0" u="none" strike="noStrike">
              <a:solidFill>
                <a:schemeClr val="lt1"/>
              </a:solidFill>
              <a:effectLst/>
              <a:uFillTx/>
              <a:latin typeface="Century Gothic"/>
            </a:endParaRPr>
          </a:p>
        </p:txBody>
      </p:sp>
      <p:sp>
        <p:nvSpPr>
          <p:cNvPr id="44" name="PlaceHolder 4"/>
          <p:cNvSpPr>
            <a:spLocks noGrp="1"/>
          </p:cNvSpPr>
          <p:nvPr>
            <p:ph type="dt" idx="10"/>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45" name="PlaceHolder 5"/>
          <p:cNvSpPr>
            <a:spLocks noGrp="1"/>
          </p:cNvSpPr>
          <p:nvPr>
            <p:ph type="ftr" idx="11"/>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46" name="PlaceHolder 6"/>
          <p:cNvSpPr>
            <a:spLocks noGrp="1"/>
          </p:cNvSpPr>
          <p:nvPr>
            <p:ph type="sldNum" idx="12"/>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1DC60854-E2F2-4F6B-BD3B-9B5C85E06330}"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stretch/>
        </a:blipFill>
      </p:bgPr>
    </p:bg>
    <p:spTree>
      <p:nvGrpSpPr>
        <p:cNvPr id="1" name=""/>
        <p:cNvGrpSpPr/>
        <p:nvPr/>
      </p:nvGrpSpPr>
      <p:grpSpPr>
        <a:xfrm>
          <a:off x="0" y="0"/>
          <a:ext cx="0" cy="0"/>
          <a:chOff x="0" y="0"/>
          <a:chExt cx="0" cy="0"/>
        </a:xfrm>
      </p:grpSpPr>
      <p:sp>
        <p:nvSpPr>
          <p:cNvPr id="47"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 name="PlaceHolder 1"/>
          <p:cNvSpPr>
            <a:spLocks noGrp="1"/>
          </p:cNvSpPr>
          <p:nvPr>
            <p:ph type="title"/>
          </p:nvPr>
        </p:nvSpPr>
        <p:spPr>
          <a:xfrm>
            <a:off x="387720" y="644040"/>
            <a:ext cx="5643720" cy="1991160"/>
          </a:xfrm>
          <a:prstGeom prst="rect">
            <a:avLst/>
          </a:prstGeom>
          <a:noFill/>
          <a:ln w="0">
            <a:noFill/>
          </a:ln>
        </p:spPr>
        <p:txBody>
          <a:bodyPr lIns="91440" tIns="45720" rIns="91440" bIns="45720" anchor="t">
            <a:noAutofit/>
          </a:bodyPr>
          <a:lstStyle>
            <a:lvl1pPr indent="0" algn="l" defTabSz="365760" rtl="1">
              <a:lnSpc>
                <a:spcPct val="100000"/>
              </a:lnSpc>
              <a:buNone/>
              <a:tabLst>
                <a:tab pos="0" algn="l"/>
              </a:tabLst>
              <a:defRPr lang="en-US" sz="3359"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359" b="0" u="none" strike="noStrike">
                <a:solidFill>
                  <a:schemeClr val="lt2"/>
                </a:solidFill>
                <a:effectLst/>
                <a:uFillTx/>
                <a:latin typeface="Century Gothic"/>
              </a:rPr>
              <a:t>Click to edit Master title style</a:t>
            </a:r>
            <a:endParaRPr lang="en-US" sz="3359" b="0" u="none" strike="noStrike">
              <a:solidFill>
                <a:schemeClr val="lt2"/>
              </a:solidFill>
              <a:effectLst/>
              <a:uFillTx/>
              <a:latin typeface="Century Gothic"/>
            </a:endParaRPr>
          </a:p>
        </p:txBody>
      </p:sp>
      <p:sp>
        <p:nvSpPr>
          <p:cNvPr id="54" name="PlaceHolder 2"/>
          <p:cNvSpPr>
            <a:spLocks noGrp="1"/>
          </p:cNvSpPr>
          <p:nvPr>
            <p:ph type="body"/>
          </p:nvPr>
        </p:nvSpPr>
        <p:spPr>
          <a:xfrm>
            <a:off x="662040" y="2709360"/>
            <a:ext cx="2637720" cy="819000"/>
          </a:xfrm>
          <a:prstGeom prst="rect">
            <a:avLst/>
          </a:prstGeom>
          <a:noFill/>
          <a:ln w="0">
            <a:noFill/>
          </a:ln>
        </p:spPr>
        <p:txBody>
          <a:bodyPr lIns="91440" tIns="45720" rIns="91440" bIns="45720" anchor="b">
            <a:noAutofit/>
          </a:bodyPr>
          <a:lstStyle>
            <a:lvl1pPr indent="0" algn="r" defTabSz="365760" rtl="1">
              <a:lnSpc>
                <a:spcPct val="100000"/>
              </a:lnSpc>
              <a:spcBef>
                <a:spcPts val="799"/>
              </a:spcBef>
              <a:buNone/>
              <a:tabLst>
                <a:tab pos="0" algn="l"/>
              </a:tabLst>
              <a:defRPr lang="en-US" sz="1920" b="0" u="none" strike="noStrike">
                <a:solidFill>
                  <a:schemeClr val="accent1">
                    <a:lumMod val="60000"/>
                    <a:lumOff val="40000"/>
                  </a:schemeClr>
                </a:solidFill>
                <a:effectLst/>
                <a:uFillTx/>
                <a:latin typeface="Century Gothic"/>
              </a:defRPr>
            </a:lvl1pPr>
          </a:lstStyle>
          <a:p>
            <a:pPr indent="0" algn="r" defTabSz="365760" rtl="1">
              <a:lnSpc>
                <a:spcPct val="100000"/>
              </a:lnSpc>
              <a:spcBef>
                <a:spcPts val="799"/>
              </a:spcBef>
              <a:buNone/>
              <a:tabLst>
                <a:tab pos="0" algn="l"/>
              </a:tabLst>
            </a:pPr>
            <a:r>
              <a:rPr lang="en-US" sz="1920" b="0" u="none" strike="noStrike">
                <a:solidFill>
                  <a:schemeClr val="accent1">
                    <a:lumMod val="60000"/>
                    <a:lumOff val="40000"/>
                  </a:schemeClr>
                </a:solidFill>
                <a:effectLst/>
                <a:uFillTx/>
                <a:latin typeface="Century Gothic"/>
              </a:rPr>
              <a:t>Click to edit Master text styles</a:t>
            </a:r>
            <a:endParaRPr lang="en-US" sz="1920" b="0" u="none" strike="noStrike">
              <a:solidFill>
                <a:schemeClr val="lt1"/>
              </a:solidFill>
              <a:effectLst/>
              <a:uFillTx/>
              <a:latin typeface="Century Gothic"/>
            </a:endParaRPr>
          </a:p>
        </p:txBody>
      </p:sp>
      <p:sp>
        <p:nvSpPr>
          <p:cNvPr id="55" name="PlaceHolder 3"/>
          <p:cNvSpPr>
            <a:spLocks noGrp="1"/>
          </p:cNvSpPr>
          <p:nvPr>
            <p:ph type="body"/>
          </p:nvPr>
        </p:nvSpPr>
        <p:spPr>
          <a:xfrm>
            <a:off x="662040" y="3576240"/>
            <a:ext cx="2637720" cy="5320800"/>
          </a:xfrm>
          <a:prstGeom prst="rect">
            <a:avLst/>
          </a:prstGeom>
          <a:noFill/>
          <a:ln w="0">
            <a:noFill/>
          </a:ln>
        </p:spPr>
        <p:txBody>
          <a:bodyPr lIns="91440" tIns="45720" rIns="91440" bIns="45720" anchor="t">
            <a:normAutofit/>
          </a:bodyPr>
          <a:lstStyle>
            <a:lvl1pPr algn="r" defTabSz="365760" rtl="1">
              <a:lnSpc>
                <a:spcPct val="100000"/>
              </a:lnSpc>
              <a:spcBef>
                <a:spcPts val="799"/>
              </a:spcBef>
              <a:buClr>
                <a:srgbClr val="EF53A5"/>
              </a:buClr>
              <a:buSzPct val="80000"/>
              <a:buFont typeface="Wingdings 3" charset="2"/>
              <a:buChar char=""/>
              <a:tabLst>
                <a:tab pos="0" algn="l"/>
              </a:tabLst>
              <a:defRPr lang="en-US" sz="1440" b="0" u="none" strike="noStrike">
                <a:solidFill>
                  <a:schemeClr val="lt1"/>
                </a:solidFill>
                <a:effectLst/>
                <a:uFillTx/>
                <a:latin typeface="Century Gothic"/>
              </a:defRPr>
            </a:lvl1pPr>
            <a:lvl2pPr lvl="1" algn="r" defTabSz="365760" rtl="1">
              <a:lnSpc>
                <a:spcPct val="100000"/>
              </a:lnSpc>
              <a:spcBef>
                <a:spcPts val="799"/>
              </a:spcBef>
              <a:buClr>
                <a:srgbClr val="EF53A5"/>
              </a:buClr>
              <a:buSzPct val="80000"/>
              <a:buFont typeface="Wingdings 3" charset="2"/>
              <a:buChar char=""/>
              <a:tabLst>
                <a:tab pos="0" algn="l"/>
              </a:tabLst>
              <a:defRPr lang="en-US" sz="1280" b="0" u="none" strike="noStrike">
                <a:solidFill>
                  <a:schemeClr val="lt1"/>
                </a:solidFill>
                <a:effectLst/>
                <a:uFillTx/>
                <a:latin typeface="Century Gothic"/>
              </a:defRPr>
            </a:lvl2pPr>
            <a:lvl3pPr lvl="2" algn="r" defTabSz="365760" rtl="1">
              <a:lnSpc>
                <a:spcPct val="100000"/>
              </a:lnSpc>
              <a:spcBef>
                <a:spcPts val="799"/>
              </a:spcBef>
              <a:buClr>
                <a:srgbClr val="EF53A5"/>
              </a:buClr>
              <a:buSzPct val="80000"/>
              <a:buFont typeface="Wingdings 3" charset="2"/>
              <a:buChar char=""/>
              <a:tabLst>
                <a:tab pos="0" algn="l"/>
              </a:tabLst>
              <a:defRPr lang="en-US" sz="1120" b="0" u="none" strike="noStrike">
                <a:solidFill>
                  <a:schemeClr val="lt1"/>
                </a:solidFill>
                <a:effectLst/>
                <a:uFillTx/>
                <a:latin typeface="Century Gothic"/>
              </a:defRPr>
            </a:lvl3pPr>
            <a:lvl4pPr lvl="3" algn="r" defTabSz="365760" rtl="1">
              <a:lnSpc>
                <a:spcPct val="100000"/>
              </a:lnSpc>
              <a:spcBef>
                <a:spcPts val="799"/>
              </a:spcBef>
              <a:buClr>
                <a:srgbClr val="EF53A5"/>
              </a:buClr>
              <a:buSzPct val="80000"/>
              <a:buFont typeface="Wingdings 3" charset="2"/>
              <a:buChar char=""/>
              <a:tabLst>
                <a:tab pos="0" algn="l"/>
              </a:tabLst>
              <a:defRPr lang="en-US" sz="960" b="0" u="none" strike="noStrike">
                <a:solidFill>
                  <a:schemeClr val="lt1"/>
                </a:solidFill>
                <a:effectLst/>
                <a:uFillTx/>
                <a:latin typeface="Century Gothic"/>
              </a:defRPr>
            </a:lvl4pPr>
            <a:lvl5pPr lvl="4" algn="r" defTabSz="365760" rtl="1">
              <a:lnSpc>
                <a:spcPct val="100000"/>
              </a:lnSpc>
              <a:spcBef>
                <a:spcPts val="799"/>
              </a:spcBef>
              <a:buClr>
                <a:srgbClr val="EF53A5"/>
              </a:buClr>
              <a:buSzPct val="80000"/>
              <a:buFont typeface="Wingdings 3" charset="2"/>
              <a:buChar char=""/>
              <a:tabLst>
                <a:tab pos="0" algn="l"/>
              </a:tabLst>
              <a:defRPr lang="en-US" sz="960" b="0" u="none" strike="noStrike">
                <a:solidFill>
                  <a:schemeClr val="lt1"/>
                </a:solidFill>
                <a:effectLst/>
                <a:uFillTx/>
                <a:latin typeface="Century Gothic"/>
              </a:defRPr>
            </a:lvl5pPr>
          </a:lstStyle>
          <a:p>
            <a:pPr marL="274320" indent="-274320" algn="r" defTabSz="365760" rtl="1">
              <a:lnSpc>
                <a:spcPct val="100000"/>
              </a:lnSpc>
              <a:spcBef>
                <a:spcPts val="799"/>
              </a:spcBef>
              <a:buClr>
                <a:srgbClr val="EF53A5"/>
              </a:buClr>
              <a:buSzPct val="80000"/>
              <a:buFont typeface="Wingdings 3" charset="2"/>
              <a:buChar char=""/>
              <a:tabLst>
                <a:tab pos="0" algn="l"/>
              </a:tabLst>
            </a:pPr>
            <a:r>
              <a:rPr lang="en-US" sz="1440" b="0" u="none" strike="noStrike">
                <a:solidFill>
                  <a:schemeClr val="lt1"/>
                </a:solidFill>
                <a:effectLst/>
                <a:uFillTx/>
                <a:latin typeface="Century Gothic"/>
              </a:rPr>
              <a:t>Click to edit Master text styles</a:t>
            </a:r>
            <a:endParaRPr lang="en-US" sz="1440" b="0" u="none" strike="noStrike">
              <a:solidFill>
                <a:schemeClr val="lt1"/>
              </a:solidFill>
              <a:effectLst/>
              <a:uFillTx/>
              <a:latin typeface="Century Gothic"/>
            </a:endParaRPr>
          </a:p>
          <a:p>
            <a:pPr marL="594360" lvl="1" indent="-228600" algn="r" defTabSz="365760" rtl="1">
              <a:lnSpc>
                <a:spcPct val="100000"/>
              </a:lnSpc>
              <a:spcBef>
                <a:spcPts val="799"/>
              </a:spcBef>
              <a:buClr>
                <a:srgbClr val="EF53A5"/>
              </a:buClr>
              <a:buSzPct val="80000"/>
              <a:buFont typeface="Wingdings 3" charset="2"/>
              <a:buChar char=""/>
              <a:tabLst>
                <a:tab pos="0" algn="l"/>
              </a:tabLst>
            </a:pPr>
            <a:r>
              <a:rPr lang="en-US" sz="1280" b="0" u="none" strike="noStrike">
                <a:solidFill>
                  <a:schemeClr val="lt1"/>
                </a:solidFill>
                <a:effectLst/>
                <a:uFillTx/>
                <a:latin typeface="Century Gothic"/>
              </a:rPr>
              <a:t>Second level</a:t>
            </a:r>
            <a:endParaRPr lang="en-US" sz="1280" b="0" u="none" strike="noStrike">
              <a:solidFill>
                <a:schemeClr val="lt1"/>
              </a:solidFill>
              <a:effectLst/>
              <a:uFillTx/>
              <a:latin typeface="Century Gothic"/>
            </a:endParaRPr>
          </a:p>
          <a:p>
            <a:pPr marL="914400" lvl="2" indent="-182880" algn="r" defTabSz="365760" rtl="1">
              <a:lnSpc>
                <a:spcPct val="100000"/>
              </a:lnSpc>
              <a:spcBef>
                <a:spcPts val="799"/>
              </a:spcBef>
              <a:buClr>
                <a:srgbClr val="EF53A5"/>
              </a:buClr>
              <a:buSzPct val="80000"/>
              <a:buFont typeface="Wingdings 3" charset="2"/>
              <a:buChar char=""/>
              <a:tabLst>
                <a:tab pos="0" algn="l"/>
              </a:tabLst>
            </a:pPr>
            <a:r>
              <a:rPr lang="en-US" sz="1120" b="0" u="none" strike="noStrike">
                <a:solidFill>
                  <a:schemeClr val="lt1"/>
                </a:solidFill>
                <a:effectLst/>
                <a:uFillTx/>
                <a:latin typeface="Century Gothic"/>
              </a:rPr>
              <a:t>Third level</a:t>
            </a:r>
            <a:endParaRPr lang="en-US" sz="1120" b="0" u="none" strike="noStrike">
              <a:solidFill>
                <a:schemeClr val="lt1"/>
              </a:solidFill>
              <a:effectLst/>
              <a:uFillTx/>
              <a:latin typeface="Century Gothic"/>
            </a:endParaRPr>
          </a:p>
          <a:p>
            <a:pPr marL="1280160" lvl="3" indent="-182880" algn="r" defTabSz="365760" rtl="1">
              <a:lnSpc>
                <a:spcPct val="100000"/>
              </a:lnSpc>
              <a:spcBef>
                <a:spcPts val="799"/>
              </a:spcBef>
              <a:buClr>
                <a:srgbClr val="EF53A5"/>
              </a:buClr>
              <a:buSzPct val="80000"/>
              <a:buFont typeface="Wingdings 3" charset="2"/>
              <a:buChar char=""/>
              <a:tabLst>
                <a:tab pos="0" algn="l"/>
              </a:tabLst>
            </a:pPr>
            <a:r>
              <a:rPr lang="en-US" sz="960" b="0" u="none" strike="noStrike">
                <a:solidFill>
                  <a:schemeClr val="lt1"/>
                </a:solidFill>
                <a:effectLst/>
                <a:uFillTx/>
                <a:latin typeface="Century Gothic"/>
              </a:rPr>
              <a:t>Fourth level</a:t>
            </a:r>
            <a:endParaRPr lang="en-US" sz="960" b="0" u="none" strike="noStrike">
              <a:solidFill>
                <a:schemeClr val="lt1"/>
              </a:solidFill>
              <a:effectLst/>
              <a:uFillTx/>
              <a:latin typeface="Century Gothic"/>
            </a:endParaRPr>
          </a:p>
          <a:p>
            <a:pPr marL="1645920" lvl="4" indent="-182880" algn="r" defTabSz="365760" rtl="1">
              <a:lnSpc>
                <a:spcPct val="100000"/>
              </a:lnSpc>
              <a:spcBef>
                <a:spcPts val="799"/>
              </a:spcBef>
              <a:buClr>
                <a:srgbClr val="EF53A5"/>
              </a:buClr>
              <a:buSzPct val="80000"/>
              <a:buFont typeface="Wingdings 3" charset="2"/>
              <a:buChar char=""/>
              <a:tabLst>
                <a:tab pos="0" algn="l"/>
              </a:tabLst>
            </a:pPr>
            <a:r>
              <a:rPr lang="en-US" sz="960" b="0" u="none" strike="noStrike">
                <a:solidFill>
                  <a:schemeClr val="lt1"/>
                </a:solidFill>
                <a:effectLst/>
                <a:uFillTx/>
                <a:latin typeface="Century Gothic"/>
              </a:rPr>
              <a:t>Fifth level</a:t>
            </a:r>
            <a:endParaRPr lang="en-US" sz="960" b="0" u="none" strike="noStrike">
              <a:solidFill>
                <a:schemeClr val="lt1"/>
              </a:solidFill>
              <a:effectLst/>
              <a:uFillTx/>
              <a:latin typeface="Century Gothic"/>
            </a:endParaRPr>
          </a:p>
        </p:txBody>
      </p:sp>
      <p:sp>
        <p:nvSpPr>
          <p:cNvPr id="56" name="PlaceHolder 4"/>
          <p:cNvSpPr>
            <a:spLocks noGrp="1"/>
          </p:cNvSpPr>
          <p:nvPr>
            <p:ph type="body"/>
          </p:nvPr>
        </p:nvSpPr>
        <p:spPr>
          <a:xfrm>
            <a:off x="3393720" y="2709360"/>
            <a:ext cx="2637720" cy="819000"/>
          </a:xfrm>
          <a:prstGeom prst="rect">
            <a:avLst/>
          </a:prstGeom>
          <a:noFill/>
          <a:ln w="0">
            <a:noFill/>
          </a:ln>
        </p:spPr>
        <p:txBody>
          <a:bodyPr lIns="91440" tIns="45720" rIns="91440" bIns="45720" anchor="b">
            <a:noAutofit/>
          </a:bodyPr>
          <a:lstStyle>
            <a:lvl1pPr indent="0" algn="r" defTabSz="365760" rtl="1">
              <a:lnSpc>
                <a:spcPct val="100000"/>
              </a:lnSpc>
              <a:spcBef>
                <a:spcPts val="799"/>
              </a:spcBef>
              <a:buNone/>
              <a:tabLst>
                <a:tab pos="0" algn="l"/>
              </a:tabLst>
              <a:defRPr lang="en-US" sz="1920" b="0" u="none" strike="noStrike">
                <a:solidFill>
                  <a:schemeClr val="accent1">
                    <a:lumMod val="60000"/>
                    <a:lumOff val="40000"/>
                  </a:schemeClr>
                </a:solidFill>
                <a:effectLst/>
                <a:uFillTx/>
                <a:latin typeface="Century Gothic"/>
              </a:defRPr>
            </a:lvl1pPr>
          </a:lstStyle>
          <a:p>
            <a:pPr indent="0" algn="r" defTabSz="365760" rtl="1">
              <a:lnSpc>
                <a:spcPct val="100000"/>
              </a:lnSpc>
              <a:spcBef>
                <a:spcPts val="799"/>
              </a:spcBef>
              <a:buNone/>
              <a:tabLst>
                <a:tab pos="0" algn="l"/>
              </a:tabLst>
            </a:pPr>
            <a:r>
              <a:rPr lang="en-US" sz="1920" b="0" u="none" strike="noStrike">
                <a:solidFill>
                  <a:schemeClr val="accent1">
                    <a:lumMod val="60000"/>
                    <a:lumOff val="40000"/>
                  </a:schemeClr>
                </a:solidFill>
                <a:effectLst/>
                <a:uFillTx/>
                <a:latin typeface="Century Gothic"/>
              </a:rPr>
              <a:t>Click to edit Master text styles</a:t>
            </a:r>
            <a:endParaRPr lang="en-US" sz="1920" b="0" u="none" strike="noStrike">
              <a:solidFill>
                <a:schemeClr val="lt1"/>
              </a:solidFill>
              <a:effectLst/>
              <a:uFillTx/>
              <a:latin typeface="Century Gothic"/>
            </a:endParaRPr>
          </a:p>
        </p:txBody>
      </p:sp>
      <p:sp>
        <p:nvSpPr>
          <p:cNvPr id="57" name="PlaceHolder 5"/>
          <p:cNvSpPr>
            <a:spLocks noGrp="1"/>
          </p:cNvSpPr>
          <p:nvPr>
            <p:ph type="body"/>
          </p:nvPr>
        </p:nvSpPr>
        <p:spPr>
          <a:xfrm>
            <a:off x="3393720" y="3576240"/>
            <a:ext cx="2637720" cy="5320800"/>
          </a:xfrm>
          <a:prstGeom prst="rect">
            <a:avLst/>
          </a:prstGeom>
          <a:noFill/>
          <a:ln w="0">
            <a:noFill/>
          </a:ln>
        </p:spPr>
        <p:txBody>
          <a:bodyPr lIns="91440" tIns="45720" rIns="91440" bIns="45720" anchor="t">
            <a:normAutofit/>
          </a:bodyPr>
          <a:lstStyle>
            <a:lvl1pPr algn="r" defTabSz="365760" rtl="1">
              <a:lnSpc>
                <a:spcPct val="100000"/>
              </a:lnSpc>
              <a:spcBef>
                <a:spcPts val="799"/>
              </a:spcBef>
              <a:buClr>
                <a:srgbClr val="EF53A5"/>
              </a:buClr>
              <a:buSzPct val="80000"/>
              <a:buFont typeface="Wingdings 3" charset="2"/>
              <a:buChar char=""/>
              <a:tabLst>
                <a:tab pos="0" algn="l"/>
              </a:tabLst>
              <a:defRPr lang="en-US" sz="1440" b="0" u="none" strike="noStrike">
                <a:solidFill>
                  <a:schemeClr val="lt1"/>
                </a:solidFill>
                <a:effectLst/>
                <a:uFillTx/>
                <a:latin typeface="Century Gothic"/>
              </a:defRPr>
            </a:lvl1pPr>
            <a:lvl2pPr lvl="1" algn="r" defTabSz="365760" rtl="1">
              <a:lnSpc>
                <a:spcPct val="100000"/>
              </a:lnSpc>
              <a:spcBef>
                <a:spcPts val="799"/>
              </a:spcBef>
              <a:buClr>
                <a:srgbClr val="EF53A5"/>
              </a:buClr>
              <a:buSzPct val="80000"/>
              <a:buFont typeface="Wingdings 3" charset="2"/>
              <a:buChar char=""/>
              <a:tabLst>
                <a:tab pos="0" algn="l"/>
              </a:tabLst>
              <a:defRPr lang="en-US" sz="1280" b="0" u="none" strike="noStrike">
                <a:solidFill>
                  <a:schemeClr val="lt1"/>
                </a:solidFill>
                <a:effectLst/>
                <a:uFillTx/>
                <a:latin typeface="Century Gothic"/>
              </a:defRPr>
            </a:lvl2pPr>
            <a:lvl3pPr lvl="2" algn="r" defTabSz="365760" rtl="1">
              <a:lnSpc>
                <a:spcPct val="100000"/>
              </a:lnSpc>
              <a:spcBef>
                <a:spcPts val="799"/>
              </a:spcBef>
              <a:buClr>
                <a:srgbClr val="EF53A5"/>
              </a:buClr>
              <a:buSzPct val="80000"/>
              <a:buFont typeface="Wingdings 3" charset="2"/>
              <a:buChar char=""/>
              <a:tabLst>
                <a:tab pos="0" algn="l"/>
              </a:tabLst>
              <a:defRPr lang="en-US" sz="1120" b="0" u="none" strike="noStrike">
                <a:solidFill>
                  <a:schemeClr val="lt1"/>
                </a:solidFill>
                <a:effectLst/>
                <a:uFillTx/>
                <a:latin typeface="Century Gothic"/>
              </a:defRPr>
            </a:lvl3pPr>
            <a:lvl4pPr lvl="3" algn="r" defTabSz="365760" rtl="1">
              <a:lnSpc>
                <a:spcPct val="100000"/>
              </a:lnSpc>
              <a:spcBef>
                <a:spcPts val="799"/>
              </a:spcBef>
              <a:buClr>
                <a:srgbClr val="EF53A5"/>
              </a:buClr>
              <a:buSzPct val="80000"/>
              <a:buFont typeface="Wingdings 3" charset="2"/>
              <a:buChar char=""/>
              <a:tabLst>
                <a:tab pos="0" algn="l"/>
              </a:tabLst>
              <a:defRPr lang="en-US" sz="960" b="0" u="none" strike="noStrike">
                <a:solidFill>
                  <a:schemeClr val="lt1"/>
                </a:solidFill>
                <a:effectLst/>
                <a:uFillTx/>
                <a:latin typeface="Century Gothic"/>
              </a:defRPr>
            </a:lvl4pPr>
            <a:lvl5pPr lvl="4" algn="r" defTabSz="365760" rtl="1">
              <a:lnSpc>
                <a:spcPct val="100000"/>
              </a:lnSpc>
              <a:spcBef>
                <a:spcPts val="799"/>
              </a:spcBef>
              <a:buClr>
                <a:srgbClr val="EF53A5"/>
              </a:buClr>
              <a:buSzPct val="80000"/>
              <a:buFont typeface="Wingdings 3" charset="2"/>
              <a:buChar char=""/>
              <a:tabLst>
                <a:tab pos="0" algn="l"/>
              </a:tabLst>
              <a:defRPr lang="en-US" sz="960" b="0" u="none" strike="noStrike">
                <a:solidFill>
                  <a:schemeClr val="lt1"/>
                </a:solidFill>
                <a:effectLst/>
                <a:uFillTx/>
                <a:latin typeface="Century Gothic"/>
              </a:defRPr>
            </a:lvl5pPr>
          </a:lstStyle>
          <a:p>
            <a:pPr marL="274320" indent="-274320" algn="r" defTabSz="365760" rtl="1">
              <a:lnSpc>
                <a:spcPct val="100000"/>
              </a:lnSpc>
              <a:spcBef>
                <a:spcPts val="799"/>
              </a:spcBef>
              <a:buClr>
                <a:srgbClr val="EF53A5"/>
              </a:buClr>
              <a:buSzPct val="80000"/>
              <a:buFont typeface="Wingdings 3" charset="2"/>
              <a:buChar char=""/>
              <a:tabLst>
                <a:tab pos="0" algn="l"/>
              </a:tabLst>
            </a:pPr>
            <a:r>
              <a:rPr lang="en-US" sz="1440" b="0" u="none" strike="noStrike">
                <a:solidFill>
                  <a:schemeClr val="lt1"/>
                </a:solidFill>
                <a:effectLst/>
                <a:uFillTx/>
                <a:latin typeface="Century Gothic"/>
              </a:rPr>
              <a:t>Click to edit Master text styles</a:t>
            </a:r>
            <a:endParaRPr lang="en-US" sz="1440" b="0" u="none" strike="noStrike">
              <a:solidFill>
                <a:schemeClr val="lt1"/>
              </a:solidFill>
              <a:effectLst/>
              <a:uFillTx/>
              <a:latin typeface="Century Gothic"/>
            </a:endParaRPr>
          </a:p>
          <a:p>
            <a:pPr marL="594360" lvl="1" indent="-228600" algn="r" defTabSz="365760" rtl="1">
              <a:lnSpc>
                <a:spcPct val="100000"/>
              </a:lnSpc>
              <a:spcBef>
                <a:spcPts val="799"/>
              </a:spcBef>
              <a:buClr>
                <a:srgbClr val="EF53A5"/>
              </a:buClr>
              <a:buSzPct val="80000"/>
              <a:buFont typeface="Wingdings 3" charset="2"/>
              <a:buChar char=""/>
              <a:tabLst>
                <a:tab pos="0" algn="l"/>
              </a:tabLst>
            </a:pPr>
            <a:r>
              <a:rPr lang="en-US" sz="1280" b="0" u="none" strike="noStrike">
                <a:solidFill>
                  <a:schemeClr val="lt1"/>
                </a:solidFill>
                <a:effectLst/>
                <a:uFillTx/>
                <a:latin typeface="Century Gothic"/>
              </a:rPr>
              <a:t>Second level</a:t>
            </a:r>
            <a:endParaRPr lang="en-US" sz="1280" b="0" u="none" strike="noStrike">
              <a:solidFill>
                <a:schemeClr val="lt1"/>
              </a:solidFill>
              <a:effectLst/>
              <a:uFillTx/>
              <a:latin typeface="Century Gothic"/>
            </a:endParaRPr>
          </a:p>
          <a:p>
            <a:pPr marL="914400" lvl="2" indent="-182880" algn="r" defTabSz="365760" rtl="1">
              <a:lnSpc>
                <a:spcPct val="100000"/>
              </a:lnSpc>
              <a:spcBef>
                <a:spcPts val="799"/>
              </a:spcBef>
              <a:buClr>
                <a:srgbClr val="EF53A5"/>
              </a:buClr>
              <a:buSzPct val="80000"/>
              <a:buFont typeface="Wingdings 3" charset="2"/>
              <a:buChar char=""/>
              <a:tabLst>
                <a:tab pos="0" algn="l"/>
              </a:tabLst>
            </a:pPr>
            <a:r>
              <a:rPr lang="en-US" sz="1120" b="0" u="none" strike="noStrike">
                <a:solidFill>
                  <a:schemeClr val="lt1"/>
                </a:solidFill>
                <a:effectLst/>
                <a:uFillTx/>
                <a:latin typeface="Century Gothic"/>
              </a:rPr>
              <a:t>Third level</a:t>
            </a:r>
            <a:endParaRPr lang="en-US" sz="1120" b="0" u="none" strike="noStrike">
              <a:solidFill>
                <a:schemeClr val="lt1"/>
              </a:solidFill>
              <a:effectLst/>
              <a:uFillTx/>
              <a:latin typeface="Century Gothic"/>
            </a:endParaRPr>
          </a:p>
          <a:p>
            <a:pPr marL="1280160" lvl="3" indent="-182880" algn="r" defTabSz="365760" rtl="1">
              <a:lnSpc>
                <a:spcPct val="100000"/>
              </a:lnSpc>
              <a:spcBef>
                <a:spcPts val="799"/>
              </a:spcBef>
              <a:buClr>
                <a:srgbClr val="EF53A5"/>
              </a:buClr>
              <a:buSzPct val="80000"/>
              <a:buFont typeface="Wingdings 3" charset="2"/>
              <a:buChar char=""/>
              <a:tabLst>
                <a:tab pos="0" algn="l"/>
              </a:tabLst>
            </a:pPr>
            <a:r>
              <a:rPr lang="en-US" sz="960" b="0" u="none" strike="noStrike">
                <a:solidFill>
                  <a:schemeClr val="lt1"/>
                </a:solidFill>
                <a:effectLst/>
                <a:uFillTx/>
                <a:latin typeface="Century Gothic"/>
              </a:rPr>
              <a:t>Fourth level</a:t>
            </a:r>
            <a:endParaRPr lang="en-US" sz="960" b="0" u="none" strike="noStrike">
              <a:solidFill>
                <a:schemeClr val="lt1"/>
              </a:solidFill>
              <a:effectLst/>
              <a:uFillTx/>
              <a:latin typeface="Century Gothic"/>
            </a:endParaRPr>
          </a:p>
          <a:p>
            <a:pPr marL="1645920" lvl="4" indent="-182880" algn="r" defTabSz="365760" rtl="1">
              <a:lnSpc>
                <a:spcPct val="100000"/>
              </a:lnSpc>
              <a:spcBef>
                <a:spcPts val="799"/>
              </a:spcBef>
              <a:buClr>
                <a:srgbClr val="EF53A5"/>
              </a:buClr>
              <a:buSzPct val="80000"/>
              <a:buFont typeface="Wingdings 3" charset="2"/>
              <a:buChar char=""/>
              <a:tabLst>
                <a:tab pos="0" algn="l"/>
              </a:tabLst>
            </a:pPr>
            <a:r>
              <a:rPr lang="en-US" sz="960" b="0" u="none" strike="noStrike">
                <a:solidFill>
                  <a:schemeClr val="lt1"/>
                </a:solidFill>
                <a:effectLst/>
                <a:uFillTx/>
                <a:latin typeface="Century Gothic"/>
              </a:rPr>
              <a:t>Fifth level</a:t>
            </a:r>
            <a:endParaRPr lang="en-US" sz="960" b="0" u="none" strike="noStrike">
              <a:solidFill>
                <a:schemeClr val="lt1"/>
              </a:solidFill>
              <a:effectLst/>
              <a:uFillTx/>
              <a:latin typeface="Century Gothic"/>
            </a:endParaRPr>
          </a:p>
        </p:txBody>
      </p:sp>
      <p:sp>
        <p:nvSpPr>
          <p:cNvPr id="58" name="PlaceHolder 6"/>
          <p:cNvSpPr>
            <a:spLocks noGrp="1"/>
          </p:cNvSpPr>
          <p:nvPr>
            <p:ph type="dt" idx="13"/>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59" name="PlaceHolder 7"/>
          <p:cNvSpPr>
            <a:spLocks noGrp="1"/>
          </p:cNvSpPr>
          <p:nvPr>
            <p:ph type="ftr" idx="14"/>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60" name="PlaceHolder 8"/>
          <p:cNvSpPr>
            <a:spLocks noGrp="1"/>
          </p:cNvSpPr>
          <p:nvPr>
            <p:ph type="sldNum" idx="15"/>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96B3E82D-0C60-4C49-A3BB-F8C0329A0AD2}"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stretch/>
        </a:blipFill>
      </p:bgPr>
    </p:bg>
    <p:spTree>
      <p:nvGrpSpPr>
        <p:cNvPr id="1" name=""/>
        <p:cNvGrpSpPr/>
        <p:nvPr/>
      </p:nvGrpSpPr>
      <p:grpSpPr>
        <a:xfrm>
          <a:off x="0" y="0"/>
          <a:ext cx="0" cy="0"/>
          <a:chOff x="0" y="0"/>
          <a:chExt cx="0" cy="0"/>
        </a:xfrm>
      </p:grpSpPr>
      <p:sp>
        <p:nvSpPr>
          <p:cNvPr id="61"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 name="PlaceHolder 1"/>
          <p:cNvSpPr>
            <a:spLocks noGrp="1"/>
          </p:cNvSpPr>
          <p:nvPr>
            <p:ph type="title"/>
          </p:nvPr>
        </p:nvSpPr>
        <p:spPr>
          <a:xfrm>
            <a:off x="387720" y="644040"/>
            <a:ext cx="5643720" cy="1991160"/>
          </a:xfrm>
          <a:prstGeom prst="rect">
            <a:avLst/>
          </a:prstGeom>
          <a:noFill/>
          <a:ln w="0">
            <a:noFill/>
          </a:ln>
        </p:spPr>
        <p:txBody>
          <a:bodyPr lIns="91440" tIns="45720" rIns="91440" bIns="45720" anchor="t">
            <a:noAutofit/>
          </a:bodyPr>
          <a:lstStyle>
            <a:lvl1pPr indent="0" algn="l" defTabSz="365760" rtl="1">
              <a:lnSpc>
                <a:spcPct val="100000"/>
              </a:lnSpc>
              <a:buNone/>
              <a:tabLst>
                <a:tab pos="0" algn="l"/>
              </a:tabLst>
              <a:defRPr lang="en-US" sz="3359"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359" b="0" u="none" strike="noStrike">
                <a:solidFill>
                  <a:schemeClr val="lt2"/>
                </a:solidFill>
                <a:effectLst/>
                <a:uFillTx/>
                <a:latin typeface="Century Gothic"/>
              </a:rPr>
              <a:t>Click to edit Master title style</a:t>
            </a:r>
            <a:endParaRPr lang="en-US" sz="3359" b="0" u="none" strike="noStrike">
              <a:solidFill>
                <a:schemeClr val="lt2"/>
              </a:solidFill>
              <a:effectLst/>
              <a:uFillTx/>
              <a:latin typeface="Century Gothic"/>
            </a:endParaRPr>
          </a:p>
        </p:txBody>
      </p:sp>
      <p:sp>
        <p:nvSpPr>
          <p:cNvPr id="68" name="PlaceHolder 2"/>
          <p:cNvSpPr>
            <a:spLocks noGrp="1"/>
          </p:cNvSpPr>
          <p:nvPr>
            <p:ph type="dt" idx="16"/>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69" name="PlaceHolder 3"/>
          <p:cNvSpPr>
            <a:spLocks noGrp="1"/>
          </p:cNvSpPr>
          <p:nvPr>
            <p:ph type="ftr" idx="17"/>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70" name="PlaceHolder 4"/>
          <p:cNvSpPr>
            <a:spLocks noGrp="1"/>
          </p:cNvSpPr>
          <p:nvPr>
            <p:ph type="sldNum" idx="18"/>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76AABDEC-21C3-4476-A65F-7668B2B5CE5D}"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stretch/>
        </a:blipFill>
      </p:bgPr>
    </p:bg>
    <p:spTree>
      <p:nvGrpSpPr>
        <p:cNvPr id="1" name=""/>
        <p:cNvGrpSpPr/>
        <p:nvPr/>
      </p:nvGrpSpPr>
      <p:grpSpPr>
        <a:xfrm>
          <a:off x="0" y="0"/>
          <a:ext cx="0" cy="0"/>
          <a:chOff x="0" y="0"/>
          <a:chExt cx="0" cy="0"/>
        </a:xfrm>
      </p:grpSpPr>
      <p:sp>
        <p:nvSpPr>
          <p:cNvPr id="71"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 name="PlaceHolder 1"/>
          <p:cNvSpPr>
            <a:spLocks noGrp="1"/>
          </p:cNvSpPr>
          <p:nvPr>
            <p:ph type="dt" idx="19"/>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78" name="PlaceHolder 2"/>
          <p:cNvSpPr>
            <a:spLocks noGrp="1"/>
          </p:cNvSpPr>
          <p:nvPr>
            <p:ph type="ftr" idx="20"/>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79" name="PlaceHolder 3"/>
          <p:cNvSpPr>
            <a:spLocks noGrp="1"/>
          </p:cNvSpPr>
          <p:nvPr>
            <p:ph type="sldNum" idx="21"/>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F5431840-777C-4ABB-90BF-D29ADE4BFCF2}"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stretch/>
        </a:blipFill>
      </p:bgPr>
    </p:bg>
    <p:spTree>
      <p:nvGrpSpPr>
        <p:cNvPr id="1" name=""/>
        <p:cNvGrpSpPr/>
        <p:nvPr/>
      </p:nvGrpSpPr>
      <p:grpSpPr>
        <a:xfrm>
          <a:off x="0" y="0"/>
          <a:ext cx="0" cy="0"/>
          <a:chOff x="0" y="0"/>
          <a:chExt cx="0" cy="0"/>
        </a:xfrm>
      </p:grpSpPr>
      <p:sp>
        <p:nvSpPr>
          <p:cNvPr id="80"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1"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6" name="PlaceHolder 1"/>
          <p:cNvSpPr>
            <a:spLocks noGrp="1"/>
          </p:cNvSpPr>
          <p:nvPr>
            <p:ph type="title"/>
          </p:nvPr>
        </p:nvSpPr>
        <p:spPr>
          <a:xfrm>
            <a:off x="693000" y="2059200"/>
            <a:ext cx="2040480" cy="2058480"/>
          </a:xfrm>
          <a:prstGeom prst="rect">
            <a:avLst/>
          </a:prstGeom>
          <a:noFill/>
          <a:ln w="0">
            <a:noFill/>
          </a:ln>
        </p:spPr>
        <p:txBody>
          <a:bodyPr lIns="91440" tIns="45720" rIns="91440" bIns="45720" anchor="b">
            <a:noAutofit/>
          </a:bodyPr>
          <a:lstStyle>
            <a:lvl1pPr indent="0" algn="l" defTabSz="365760" rtl="1">
              <a:lnSpc>
                <a:spcPct val="100000"/>
              </a:lnSpc>
              <a:buNone/>
              <a:tabLst>
                <a:tab pos="0" algn="l"/>
              </a:tabLst>
              <a:defRPr lang="en-US" sz="1920"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1920" b="0" u="none" strike="noStrike">
                <a:solidFill>
                  <a:schemeClr val="lt2"/>
                </a:solidFill>
                <a:effectLst/>
                <a:uFillTx/>
                <a:latin typeface="Century Gothic"/>
              </a:rPr>
              <a:t>Click to edit Master title style</a:t>
            </a:r>
            <a:endParaRPr lang="en-US" sz="1920" b="0" u="none" strike="noStrike">
              <a:solidFill>
                <a:schemeClr val="lt2"/>
              </a:solidFill>
              <a:effectLst/>
              <a:uFillTx/>
              <a:latin typeface="Century Gothic"/>
            </a:endParaRPr>
          </a:p>
        </p:txBody>
      </p:sp>
      <p:sp>
        <p:nvSpPr>
          <p:cNvPr id="87" name="PlaceHolder 2"/>
          <p:cNvSpPr>
            <a:spLocks noGrp="1"/>
          </p:cNvSpPr>
          <p:nvPr>
            <p:ph type="body"/>
          </p:nvPr>
        </p:nvSpPr>
        <p:spPr>
          <a:xfrm>
            <a:off x="2871360" y="2059200"/>
            <a:ext cx="3117600" cy="6501600"/>
          </a:xfrm>
          <a:prstGeom prst="rect">
            <a:avLst/>
          </a:prstGeom>
          <a:noFill/>
          <a:ln w="0">
            <a:noFill/>
          </a:ln>
        </p:spPr>
        <p:txBody>
          <a:bodyPr lIns="91440" tIns="45720" rIns="91440" bIns="45720" anchor="ctr">
            <a:normAutofit/>
          </a:bodyPr>
          <a:lstStyle>
            <a:lvl1pPr algn="r" defTabSz="365760" rtl="1">
              <a:lnSpc>
                <a:spcPct val="100000"/>
              </a:lnSpc>
              <a:spcBef>
                <a:spcPts val="799"/>
              </a:spcBef>
              <a:buClr>
                <a:srgbClr val="EF53A5"/>
              </a:buClr>
              <a:buSzPct val="80000"/>
              <a:buFont typeface="Wingdings 3" charset="2"/>
              <a:buChar char=""/>
              <a:defRPr lang="en-US" sz="1600" b="0" u="none" strike="noStrike">
                <a:solidFill>
                  <a:schemeClr val="lt1"/>
                </a:solidFill>
                <a:effectLst/>
                <a:uFillTx/>
                <a:latin typeface="Century Gothic"/>
              </a:defRPr>
            </a:lvl1pPr>
            <a:lvl2pPr lvl="1" algn="r" defTabSz="365760" rtl="1">
              <a:lnSpc>
                <a:spcPct val="100000"/>
              </a:lnSpc>
              <a:spcBef>
                <a:spcPts val="799"/>
              </a:spcBef>
              <a:buClr>
                <a:srgbClr val="EF53A5"/>
              </a:buClr>
              <a:buSzPct val="80000"/>
              <a:buFont typeface="Wingdings 3" charset="2"/>
              <a:buChar char=""/>
              <a:defRPr lang="en-US" sz="1440" b="0" u="none" strike="noStrike">
                <a:solidFill>
                  <a:schemeClr val="lt1"/>
                </a:solidFill>
                <a:effectLst/>
                <a:uFillTx/>
                <a:latin typeface="Century Gothic"/>
              </a:defRPr>
            </a:lvl2pPr>
            <a:lvl3pPr lvl="2" algn="r" defTabSz="365760" rtl="1">
              <a:lnSpc>
                <a:spcPct val="100000"/>
              </a:lnSpc>
              <a:spcBef>
                <a:spcPts val="799"/>
              </a:spcBef>
              <a:buClr>
                <a:srgbClr val="EF53A5"/>
              </a:buClr>
              <a:buSzPct val="80000"/>
              <a:buFont typeface="Wingdings 3" charset="2"/>
              <a:buChar char=""/>
              <a:defRPr lang="en-US" sz="1280" b="0" u="none" strike="noStrike">
                <a:solidFill>
                  <a:schemeClr val="lt1"/>
                </a:solidFill>
                <a:effectLst/>
                <a:uFillTx/>
                <a:latin typeface="Century Gothic"/>
              </a:defRPr>
            </a:lvl3pPr>
            <a:lvl4pPr lvl="3" algn="r" defTabSz="365760" rtl="1">
              <a:lnSpc>
                <a:spcPct val="100000"/>
              </a:lnSpc>
              <a:spcBef>
                <a:spcPts val="799"/>
              </a:spcBef>
              <a:buClr>
                <a:srgbClr val="EF53A5"/>
              </a:buClr>
              <a:buSzPct val="80000"/>
              <a:buFont typeface="Wingdings 3" charset="2"/>
              <a:buChar char=""/>
              <a:defRPr lang="en-US" sz="1120" b="0" u="none" strike="noStrike">
                <a:solidFill>
                  <a:schemeClr val="lt1"/>
                </a:solidFill>
                <a:effectLst/>
                <a:uFillTx/>
                <a:latin typeface="Century Gothic"/>
              </a:defRPr>
            </a:lvl4pPr>
            <a:lvl5pPr lvl="4" algn="r" defTabSz="365760" rtl="1">
              <a:lnSpc>
                <a:spcPct val="100000"/>
              </a:lnSpc>
              <a:spcBef>
                <a:spcPts val="799"/>
              </a:spcBef>
              <a:buClr>
                <a:srgbClr val="EF53A5"/>
              </a:buClr>
              <a:buSzPct val="80000"/>
              <a:buFont typeface="Wingdings 3" charset="2"/>
              <a:buChar char=""/>
              <a:defRPr lang="en-US" sz="1120" b="0" u="none" strike="noStrike">
                <a:solidFill>
                  <a:schemeClr val="lt1"/>
                </a:solidFill>
                <a:effectLst/>
                <a:uFillTx/>
                <a:latin typeface="Century Gothic"/>
              </a:defRPr>
            </a:lvl5pPr>
          </a:lstStyle>
          <a:p>
            <a:pPr marL="274320" indent="-274320" algn="r" defTabSz="365760" rtl="1">
              <a:lnSpc>
                <a:spcPct val="100000"/>
              </a:lnSpc>
              <a:spcBef>
                <a:spcPts val="799"/>
              </a:spcBef>
              <a:buClr>
                <a:srgbClr val="EF53A5"/>
              </a:buClr>
              <a:buSzPct val="80000"/>
              <a:buFont typeface="Wingdings 3" charset="2"/>
              <a:buChar char=""/>
            </a:pPr>
            <a:r>
              <a:rPr lang="en-US" sz="1600" b="0" u="none" strike="noStrike">
                <a:solidFill>
                  <a:schemeClr val="lt1"/>
                </a:solidFill>
                <a:effectLst/>
                <a:uFillTx/>
                <a:latin typeface="Century Gothic"/>
              </a:rPr>
              <a:t>Click to edit Master text styles</a:t>
            </a:r>
            <a:endParaRPr lang="en-US" sz="1600" b="0" u="none" strike="noStrike">
              <a:solidFill>
                <a:schemeClr val="lt1"/>
              </a:solidFill>
              <a:effectLst/>
              <a:uFillTx/>
              <a:latin typeface="Century Gothic"/>
            </a:endParaRPr>
          </a:p>
          <a:p>
            <a:pPr marL="594360" lvl="1" indent="-228600" algn="r" defTabSz="365760" rtl="1">
              <a:lnSpc>
                <a:spcPct val="100000"/>
              </a:lnSpc>
              <a:spcBef>
                <a:spcPts val="799"/>
              </a:spcBef>
              <a:buClr>
                <a:srgbClr val="EF53A5"/>
              </a:buClr>
              <a:buSzPct val="80000"/>
              <a:buFont typeface="Wingdings 3" charset="2"/>
              <a:buChar char=""/>
            </a:pPr>
            <a:r>
              <a:rPr lang="en-US" sz="1440" b="0" u="none" strike="noStrike">
                <a:solidFill>
                  <a:schemeClr val="lt1"/>
                </a:solidFill>
                <a:effectLst/>
                <a:uFillTx/>
                <a:latin typeface="Century Gothic"/>
              </a:rPr>
              <a:t>Second level</a:t>
            </a:r>
            <a:endParaRPr lang="en-US" sz="1440" b="0" u="none" strike="noStrike">
              <a:solidFill>
                <a:schemeClr val="lt1"/>
              </a:solidFill>
              <a:effectLst/>
              <a:uFillTx/>
              <a:latin typeface="Century Gothic"/>
            </a:endParaRPr>
          </a:p>
          <a:p>
            <a:pPr marL="914400" lvl="2" indent="-182880" algn="r" defTabSz="365760" rtl="1">
              <a:lnSpc>
                <a:spcPct val="100000"/>
              </a:lnSpc>
              <a:spcBef>
                <a:spcPts val="799"/>
              </a:spcBef>
              <a:buClr>
                <a:srgbClr val="EF53A5"/>
              </a:buClr>
              <a:buSzPct val="80000"/>
              <a:buFont typeface="Wingdings 3" charset="2"/>
              <a:buChar char=""/>
            </a:pPr>
            <a:r>
              <a:rPr lang="en-US" sz="1280" b="0" u="none" strike="noStrike">
                <a:solidFill>
                  <a:schemeClr val="lt1"/>
                </a:solidFill>
                <a:effectLst/>
                <a:uFillTx/>
                <a:latin typeface="Century Gothic"/>
              </a:rPr>
              <a:t>Third level</a:t>
            </a:r>
            <a:endParaRPr lang="en-US" sz="1280" b="0" u="none" strike="noStrike">
              <a:solidFill>
                <a:schemeClr val="lt1"/>
              </a:solidFill>
              <a:effectLst/>
              <a:uFillTx/>
              <a:latin typeface="Century Gothic"/>
            </a:endParaRPr>
          </a:p>
          <a:p>
            <a:pPr marL="1280160" lvl="3" indent="-182880" algn="r" defTabSz="365760" rtl="1">
              <a:lnSpc>
                <a:spcPct val="100000"/>
              </a:lnSpc>
              <a:spcBef>
                <a:spcPts val="799"/>
              </a:spcBef>
              <a:buClr>
                <a:srgbClr val="EF53A5"/>
              </a:buClr>
              <a:buSzPct val="80000"/>
              <a:buFont typeface="Wingdings 3" charset="2"/>
              <a:buChar char=""/>
            </a:pPr>
            <a:r>
              <a:rPr lang="en-US" sz="1120" b="0" u="none" strike="noStrike">
                <a:solidFill>
                  <a:schemeClr val="lt1"/>
                </a:solidFill>
                <a:effectLst/>
                <a:uFillTx/>
                <a:latin typeface="Century Gothic"/>
              </a:rPr>
              <a:t>Fourth level</a:t>
            </a:r>
            <a:endParaRPr lang="en-US" sz="1120" b="0" u="none" strike="noStrike">
              <a:solidFill>
                <a:schemeClr val="lt1"/>
              </a:solidFill>
              <a:effectLst/>
              <a:uFillTx/>
              <a:latin typeface="Century Gothic"/>
            </a:endParaRPr>
          </a:p>
          <a:p>
            <a:pPr marL="1645920" lvl="4" indent="-182880" algn="r" defTabSz="365760" rtl="1">
              <a:lnSpc>
                <a:spcPct val="100000"/>
              </a:lnSpc>
              <a:spcBef>
                <a:spcPts val="799"/>
              </a:spcBef>
              <a:buClr>
                <a:srgbClr val="EF53A5"/>
              </a:buClr>
              <a:buSzPct val="80000"/>
              <a:buFont typeface="Wingdings 3" charset="2"/>
              <a:buChar char=""/>
            </a:pPr>
            <a:r>
              <a:rPr lang="en-US" sz="1120" b="0" u="none" strike="noStrike">
                <a:solidFill>
                  <a:schemeClr val="lt1"/>
                </a:solidFill>
                <a:effectLst/>
                <a:uFillTx/>
                <a:latin typeface="Century Gothic"/>
              </a:rPr>
              <a:t>Fifth level</a:t>
            </a:r>
            <a:endParaRPr lang="en-US" sz="1120" b="0" u="none" strike="noStrike">
              <a:solidFill>
                <a:schemeClr val="lt1"/>
              </a:solidFill>
              <a:effectLst/>
              <a:uFillTx/>
              <a:latin typeface="Century Gothic"/>
            </a:endParaRPr>
          </a:p>
        </p:txBody>
      </p:sp>
      <p:sp>
        <p:nvSpPr>
          <p:cNvPr id="88" name="PlaceHolder 3"/>
          <p:cNvSpPr>
            <a:spLocks noGrp="1"/>
          </p:cNvSpPr>
          <p:nvPr>
            <p:ph type="body"/>
          </p:nvPr>
        </p:nvSpPr>
        <p:spPr>
          <a:xfrm>
            <a:off x="693000" y="4450680"/>
            <a:ext cx="2040480" cy="4117320"/>
          </a:xfrm>
          <a:prstGeom prst="rect">
            <a:avLst/>
          </a:prstGeom>
          <a:noFill/>
          <a:ln w="0">
            <a:noFill/>
          </a:ln>
        </p:spPr>
        <p:txBody>
          <a:bodyPr lIns="91440" tIns="45720" rIns="91440" bIns="45720" anchor="t">
            <a:noAutofit/>
          </a:bodyPr>
          <a:lstStyle>
            <a:lvl1pPr indent="0" algn="r" defTabSz="365760" rtl="1">
              <a:lnSpc>
                <a:spcPct val="100000"/>
              </a:lnSpc>
              <a:spcBef>
                <a:spcPts val="799"/>
              </a:spcBef>
              <a:buNone/>
              <a:tabLst>
                <a:tab pos="0" algn="l"/>
              </a:tabLst>
              <a:defRPr lang="en-US" sz="112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1120" b="0" u="none" strike="noStrike">
                <a:solidFill>
                  <a:schemeClr val="lt1"/>
                </a:solidFill>
                <a:effectLst/>
                <a:uFillTx/>
                <a:latin typeface="Century Gothic"/>
              </a:rPr>
              <a:t>Click to edit Master text styles</a:t>
            </a:r>
            <a:endParaRPr lang="en-US" sz="1120" b="0" u="none" strike="noStrike">
              <a:solidFill>
                <a:schemeClr val="lt1"/>
              </a:solidFill>
              <a:effectLst/>
              <a:uFillTx/>
              <a:latin typeface="Century Gothic"/>
            </a:endParaRPr>
          </a:p>
        </p:txBody>
      </p:sp>
      <p:sp>
        <p:nvSpPr>
          <p:cNvPr id="89" name="PlaceHolder 4"/>
          <p:cNvSpPr>
            <a:spLocks noGrp="1"/>
          </p:cNvSpPr>
          <p:nvPr>
            <p:ph type="dt" idx="22"/>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90" name="PlaceHolder 5"/>
          <p:cNvSpPr>
            <a:spLocks noGrp="1"/>
          </p:cNvSpPr>
          <p:nvPr>
            <p:ph type="ftr" idx="23"/>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91" name="PlaceHolder 6"/>
          <p:cNvSpPr>
            <a:spLocks noGrp="1"/>
          </p:cNvSpPr>
          <p:nvPr>
            <p:ph type="sldNum" idx="24"/>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0D863CAA-1C92-47AA-A491-0F5384F60498}"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stretch/>
        </a:blipFill>
      </p:bgPr>
    </p:bg>
    <p:spTree>
      <p:nvGrpSpPr>
        <p:cNvPr id="1" name=""/>
        <p:cNvGrpSpPr/>
        <p:nvPr/>
      </p:nvGrpSpPr>
      <p:grpSpPr>
        <a:xfrm>
          <a:off x="0" y="0"/>
          <a:ext cx="0" cy="0"/>
          <a:chOff x="0" y="0"/>
          <a:chExt cx="0" cy="0"/>
        </a:xfrm>
      </p:grpSpPr>
      <p:sp>
        <p:nvSpPr>
          <p:cNvPr id="92"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5"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8" name="PlaceHolder 1"/>
          <p:cNvSpPr>
            <a:spLocks noGrp="1"/>
          </p:cNvSpPr>
          <p:nvPr>
            <p:ph type="title"/>
          </p:nvPr>
        </p:nvSpPr>
        <p:spPr>
          <a:xfrm>
            <a:off x="692640" y="2637000"/>
            <a:ext cx="3055680" cy="2238840"/>
          </a:xfrm>
          <a:prstGeom prst="rect">
            <a:avLst/>
          </a:prstGeom>
          <a:noFill/>
          <a:ln w="0">
            <a:noFill/>
          </a:ln>
        </p:spPr>
        <p:txBody>
          <a:bodyPr lIns="91440" tIns="45720" rIns="91440" bIns="45720" anchor="b">
            <a:normAutofit/>
          </a:bodyPr>
          <a:lstStyle>
            <a:lvl1pPr indent="0" algn="l" defTabSz="365760" rtl="1">
              <a:lnSpc>
                <a:spcPct val="100000"/>
              </a:lnSpc>
              <a:buNone/>
              <a:tabLst>
                <a:tab pos="0" algn="l"/>
              </a:tabLst>
              <a:defRPr lang="en-US" sz="2880"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2880" b="0" u="none" strike="noStrike">
                <a:solidFill>
                  <a:schemeClr val="lt2"/>
                </a:solidFill>
                <a:effectLst/>
                <a:uFillTx/>
                <a:latin typeface="Century Gothic"/>
              </a:rPr>
              <a:t>Click to edit Master title style</a:t>
            </a:r>
            <a:endParaRPr lang="en-US" sz="2880" b="0" u="none" strike="noStrike">
              <a:solidFill>
                <a:schemeClr val="lt2"/>
              </a:solidFill>
              <a:effectLst/>
              <a:uFillTx/>
              <a:latin typeface="Century Gothic"/>
            </a:endParaRPr>
          </a:p>
        </p:txBody>
      </p:sp>
      <p:sp>
        <p:nvSpPr>
          <p:cNvPr id="99" name="PlaceHolder 2"/>
          <p:cNvSpPr>
            <a:spLocks noGrp="1"/>
          </p:cNvSpPr>
          <p:nvPr>
            <p:ph type="body"/>
          </p:nvPr>
        </p:nvSpPr>
        <p:spPr>
          <a:xfrm>
            <a:off x="4170960" y="1625760"/>
            <a:ext cx="1919880" cy="6501600"/>
          </a:xfrm>
          <a:prstGeom prst="rect">
            <a:avLst/>
          </a:prstGeom>
          <a:noFill/>
          <a:ln w="0">
            <a:noFill/>
          </a:ln>
          <a:effectLst>
            <a:outerShdw dist="50760" dir="5400000" blurRad="50760" rotWithShape="0">
              <a:srgbClr val="000000">
                <a:alpha val="43000"/>
              </a:srgbClr>
            </a:outerShdw>
          </a:effectLst>
        </p:spPr>
        <p:txBody>
          <a:bodyPr lIns="90000" tIns="45000" rIns="90000" bIns="45000" anchor="t">
            <a:normAutofit/>
          </a:bodyPr>
          <a:lstStyle>
            <a:lvl1pPr indent="0" algn="ctr" defTabSz="457200" rtl="1">
              <a:lnSpc>
                <a:spcPct val="100000"/>
              </a:lnSpc>
              <a:buNone/>
              <a:tabLst>
                <a:tab pos="0" algn="l"/>
              </a:tabLst>
              <a:defRPr lang="en-US" sz="1280" b="0" u="none" strike="noStrike">
                <a:solidFill>
                  <a:schemeClr val="lt1"/>
                </a:solidFill>
                <a:effectLst/>
                <a:uFillTx/>
                <a:latin typeface="Century Gothic"/>
              </a:defRPr>
            </a:lvl1pPr>
          </a:lstStyle>
          <a:p>
            <a:pPr indent="0" algn="ctr" defTabSz="457200" rtl="1">
              <a:lnSpc>
                <a:spcPct val="100000"/>
              </a:lnSpc>
              <a:buNone/>
              <a:tabLst>
                <a:tab pos="0" algn="l"/>
              </a:tabLst>
            </a:pPr>
            <a:r>
              <a:rPr lang="en-US" sz="1280" b="0" u="none" strike="noStrike">
                <a:solidFill>
                  <a:schemeClr val="lt1"/>
                </a:solidFill>
                <a:effectLst/>
                <a:uFillTx/>
                <a:latin typeface="Century Gothic"/>
              </a:rPr>
              <a:t>Click icon to add picture</a:t>
            </a:r>
            <a:endParaRPr lang="en-US" sz="1280" b="0" u="none" strike="noStrike">
              <a:solidFill>
                <a:schemeClr val="lt1"/>
              </a:solidFill>
              <a:effectLst/>
              <a:uFillTx/>
              <a:latin typeface="Century Gothic"/>
            </a:endParaRPr>
          </a:p>
        </p:txBody>
      </p:sp>
      <p:sp>
        <p:nvSpPr>
          <p:cNvPr id="100" name="PlaceHolder 3"/>
          <p:cNvSpPr>
            <a:spLocks noGrp="1"/>
          </p:cNvSpPr>
          <p:nvPr>
            <p:ph type="body"/>
          </p:nvPr>
        </p:nvSpPr>
        <p:spPr>
          <a:xfrm>
            <a:off x="693000" y="5202000"/>
            <a:ext cx="3051000" cy="1950120"/>
          </a:xfrm>
          <a:prstGeom prst="rect">
            <a:avLst/>
          </a:prstGeom>
          <a:noFill/>
          <a:ln w="0">
            <a:noFill/>
          </a:ln>
        </p:spPr>
        <p:txBody>
          <a:bodyPr lIns="91440" tIns="45720" rIns="91440" bIns="45720" anchor="t">
            <a:normAutofit/>
          </a:bodyPr>
          <a:lstStyle>
            <a:lvl1pPr indent="0" algn="r" defTabSz="365760" rtl="1">
              <a:lnSpc>
                <a:spcPct val="100000"/>
              </a:lnSpc>
              <a:spcBef>
                <a:spcPts val="799"/>
              </a:spcBef>
              <a:buNone/>
              <a:tabLst>
                <a:tab pos="0" algn="l"/>
              </a:tabLst>
              <a:defRPr lang="en-US" sz="112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1120" b="0" u="none" strike="noStrike">
                <a:solidFill>
                  <a:schemeClr val="lt1"/>
                </a:solidFill>
                <a:effectLst/>
                <a:uFillTx/>
                <a:latin typeface="Century Gothic"/>
              </a:rPr>
              <a:t>Click to edit Master text styles</a:t>
            </a:r>
            <a:endParaRPr lang="en-US" sz="1120" b="0" u="none" strike="noStrike">
              <a:solidFill>
                <a:schemeClr val="lt1"/>
              </a:solidFill>
              <a:effectLst/>
              <a:uFillTx/>
              <a:latin typeface="Century Gothic"/>
            </a:endParaRPr>
          </a:p>
        </p:txBody>
      </p:sp>
      <p:sp>
        <p:nvSpPr>
          <p:cNvPr id="101" name="PlaceHolder 4"/>
          <p:cNvSpPr>
            <a:spLocks noGrp="1"/>
          </p:cNvSpPr>
          <p:nvPr>
            <p:ph type="dt" idx="25"/>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102" name="PlaceHolder 5"/>
          <p:cNvSpPr>
            <a:spLocks noGrp="1"/>
          </p:cNvSpPr>
          <p:nvPr>
            <p:ph type="ftr" idx="26"/>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103" name="PlaceHolder 6"/>
          <p:cNvSpPr>
            <a:spLocks noGrp="1"/>
          </p:cNvSpPr>
          <p:nvPr>
            <p:ph type="sldNum" idx="27"/>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B8E6E352-3EEA-464A-B2D3-FE45B7D11497}"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blipFill rotWithShape="0">
          <a:blip r:embed="rId2"/>
          <a:stretch/>
        </a:blipFill>
      </p:bgPr>
    </p:bg>
    <p:spTree>
      <p:nvGrpSpPr>
        <p:cNvPr id="1" name=""/>
        <p:cNvGrpSpPr/>
        <p:nvPr/>
      </p:nvGrpSpPr>
      <p:grpSpPr>
        <a:xfrm>
          <a:off x="0" y="0"/>
          <a:ext cx="0" cy="0"/>
          <a:chOff x="0" y="0"/>
          <a:chExt cx="0" cy="0"/>
        </a:xfrm>
      </p:grpSpPr>
      <p:sp>
        <p:nvSpPr>
          <p:cNvPr id="104"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5"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8"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0" name="PlaceHolder 1"/>
          <p:cNvSpPr>
            <a:spLocks noGrp="1"/>
          </p:cNvSpPr>
          <p:nvPr>
            <p:ph type="title"/>
          </p:nvPr>
        </p:nvSpPr>
        <p:spPr>
          <a:xfrm>
            <a:off x="693000" y="2059200"/>
            <a:ext cx="5295960" cy="4734720"/>
          </a:xfrm>
          <a:prstGeom prst="rect">
            <a:avLst/>
          </a:prstGeom>
          <a:noFill/>
          <a:ln w="0">
            <a:noFill/>
          </a:ln>
        </p:spPr>
        <p:txBody>
          <a:bodyPr lIns="91440" tIns="45720" rIns="91440" bIns="45720" anchor="b">
            <a:noAutofit/>
          </a:bodyPr>
          <a:lstStyle>
            <a:lvl1pPr indent="0" algn="l" defTabSz="365760" rtl="1">
              <a:lnSpc>
                <a:spcPct val="100000"/>
              </a:lnSpc>
              <a:buNone/>
              <a:tabLst>
                <a:tab pos="0" algn="l"/>
              </a:tabLst>
              <a:defRPr lang="en-US" sz="5760"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5760" b="0" u="none" strike="noStrike">
                <a:solidFill>
                  <a:schemeClr val="lt2"/>
                </a:solidFill>
                <a:effectLst/>
                <a:uFillTx/>
                <a:latin typeface="Century Gothic"/>
              </a:rPr>
              <a:t>Click to edit Master title style</a:t>
            </a:r>
            <a:endParaRPr lang="en-US" sz="5760" b="0" u="none" strike="noStrike">
              <a:solidFill>
                <a:schemeClr val="lt2"/>
              </a:solidFill>
              <a:effectLst/>
              <a:uFillTx/>
              <a:latin typeface="Century Gothic"/>
            </a:endParaRPr>
          </a:p>
        </p:txBody>
      </p:sp>
      <p:sp>
        <p:nvSpPr>
          <p:cNvPr id="111" name="PlaceHolder 2"/>
          <p:cNvSpPr>
            <a:spLocks noGrp="1"/>
          </p:cNvSpPr>
          <p:nvPr>
            <p:ph type="dt" idx="28"/>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112" name="PlaceHolder 3"/>
          <p:cNvSpPr>
            <a:spLocks noGrp="1"/>
          </p:cNvSpPr>
          <p:nvPr>
            <p:ph type="ftr" idx="29"/>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113" name="PlaceHolder 4"/>
          <p:cNvSpPr>
            <a:spLocks noGrp="1"/>
          </p:cNvSpPr>
          <p:nvPr>
            <p:ph type="sldNum" idx="30"/>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D6D0B7F2-0E17-4555-B18A-A70AA03A2E03}"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
        <p:nvSpPr>
          <p:cNvPr id="114" name="PlaceHolder 5"/>
          <p:cNvSpPr>
            <a:spLocks noGrp="1"/>
          </p:cNvSpPr>
          <p:nvPr>
            <p:ph type="body"/>
          </p:nvPr>
        </p:nvSpPr>
        <p:spPr>
          <a:xfrm>
            <a:off x="365760" y="2282040"/>
            <a:ext cx="6582960" cy="5655960"/>
          </a:xfrm>
          <a:prstGeom prst="rect">
            <a:avLst/>
          </a:prstGeom>
          <a:noFill/>
          <a:ln w="0">
            <a:noFill/>
          </a:ln>
        </p:spPr>
        <p:txBody>
          <a:bodyPr lIns="0" tIns="0" rIns="0" bIns="0" anchor="t">
            <a:normAutofit/>
          </a:bodyPr>
          <a:lstStyle>
            <a:lvl1pPr algn="r" defTabSz="365760" rtl="1">
              <a:lnSpc>
                <a:spcPct val="100000"/>
              </a:lnSpc>
              <a:spcBef>
                <a:spcPts val="799"/>
              </a:spcBef>
              <a:buClr>
                <a:srgbClr val="EF53A5"/>
              </a:buClr>
              <a:buSzPct val="80000"/>
              <a:buFont typeface="Wingdings 3" charset="2"/>
              <a:buChar char=""/>
              <a:defRPr lang="en-US" sz="1600" b="0" u="none" strike="noStrike">
                <a:solidFill>
                  <a:schemeClr val="lt1"/>
                </a:solidFill>
                <a:effectLst/>
                <a:uFillTx/>
                <a:latin typeface="Century Gothic"/>
              </a:defRPr>
            </a:lvl1pPr>
            <a:lvl2pPr lvl="1" algn="r" defTabSz="365760" rtl="1">
              <a:lnSpc>
                <a:spcPct val="100000"/>
              </a:lnSpc>
              <a:spcBef>
                <a:spcPts val="799"/>
              </a:spcBef>
              <a:buClr>
                <a:srgbClr val="FFFFFF"/>
              </a:buClr>
              <a:buSzPct val="75000"/>
              <a:buFont typeface="Symbol" charset="2"/>
              <a:buChar char=""/>
              <a:defRPr lang="en-US" sz="1440" b="0" u="none" strike="noStrike">
                <a:solidFill>
                  <a:schemeClr val="lt1"/>
                </a:solidFill>
                <a:effectLst/>
                <a:uFillTx/>
                <a:latin typeface="Century Gothic"/>
              </a:defRPr>
            </a:lvl2pPr>
            <a:lvl3pPr lvl="2" algn="r" defTabSz="365760" rtl="1">
              <a:lnSpc>
                <a:spcPct val="100000"/>
              </a:lnSpc>
              <a:spcBef>
                <a:spcPts val="799"/>
              </a:spcBef>
              <a:buClr>
                <a:srgbClr val="FFFFFF"/>
              </a:buClr>
              <a:buSzPct val="45000"/>
              <a:buFont typeface="Wingdings" charset="2"/>
              <a:buChar char=""/>
              <a:defRPr lang="en-US" sz="1280" b="0" u="none" strike="noStrike">
                <a:solidFill>
                  <a:schemeClr val="lt1"/>
                </a:solidFill>
                <a:effectLst/>
                <a:uFillTx/>
                <a:latin typeface="Century Gothic"/>
              </a:defRPr>
            </a:lvl3pPr>
            <a:lvl4pPr lvl="3" algn="r" defTabSz="365760" rtl="1">
              <a:lnSpc>
                <a:spcPct val="100000"/>
              </a:lnSpc>
              <a:spcBef>
                <a:spcPts val="799"/>
              </a:spcBef>
              <a:buClr>
                <a:srgbClr val="FFFFFF"/>
              </a:buClr>
              <a:buSzPct val="75000"/>
              <a:buFont typeface="Symbol" charset="2"/>
              <a:buChar char=""/>
              <a:defRPr lang="en-US" sz="1120" b="0" u="none" strike="noStrike">
                <a:solidFill>
                  <a:schemeClr val="lt1"/>
                </a:solidFill>
                <a:effectLst/>
                <a:uFillTx/>
                <a:latin typeface="Century Gothic"/>
              </a:defRPr>
            </a:lvl4pPr>
            <a:lvl5pPr lvl="4" algn="r" defTabSz="365760" rtl="1">
              <a:lnSpc>
                <a:spcPct val="100000"/>
              </a:lnSpc>
              <a:spcBef>
                <a:spcPts val="799"/>
              </a:spcBef>
              <a:buClr>
                <a:srgbClr val="FFFFFF"/>
              </a:buClr>
              <a:buSzPct val="45000"/>
              <a:buFont typeface="Wingdings" charset="2"/>
              <a:buChar char=""/>
              <a:defRPr lang="en-US" sz="1120" b="0" u="none" strike="noStrike">
                <a:solidFill>
                  <a:schemeClr val="lt1"/>
                </a:solidFill>
                <a:effectLst/>
                <a:uFillTx/>
                <a:latin typeface="Century Gothic"/>
              </a:defRPr>
            </a:lvl5pPr>
            <a:lvl6pPr lvl="5" algn="r" defTabSz="365760" rtl="1">
              <a:lnSpc>
                <a:spcPct val="100000"/>
              </a:lnSpc>
              <a:spcBef>
                <a:spcPts val="283"/>
              </a:spcBef>
              <a:buClr>
                <a:srgbClr val="FFFFFF"/>
              </a:buClr>
              <a:buSzPct val="45000"/>
              <a:buFont typeface="Wingdings" charset="2"/>
              <a:buChar char=""/>
              <a:defRPr lang="en-US" sz="2000" b="0" u="none" strike="noStrike">
                <a:solidFill>
                  <a:schemeClr val="lt1"/>
                </a:solidFill>
                <a:effectLst/>
                <a:uFillTx/>
                <a:latin typeface="Century Gothic"/>
              </a:defRPr>
            </a:lvl6pPr>
            <a:lvl7pPr lvl="6" algn="r" defTabSz="365760" rtl="1">
              <a:lnSpc>
                <a:spcPct val="100000"/>
              </a:lnSpc>
              <a:spcBef>
                <a:spcPts val="283"/>
              </a:spcBef>
              <a:buClr>
                <a:srgbClr val="FFFFFF"/>
              </a:buClr>
              <a:buSzPct val="45000"/>
              <a:buFont typeface="Wingdings" charset="2"/>
              <a:buChar char=""/>
              <a:defRPr lang="en-US" sz="2000" b="0" u="none" strike="noStrike">
                <a:solidFill>
                  <a:schemeClr val="lt1"/>
                </a:solidFill>
                <a:effectLst/>
                <a:uFillTx/>
                <a:latin typeface="Century Gothic"/>
              </a:defRPr>
            </a:lvl7pPr>
          </a:lstStyle>
          <a:p>
            <a:pPr marL="274320" indent="-274320" algn="r" defTabSz="365760" rtl="1">
              <a:lnSpc>
                <a:spcPct val="100000"/>
              </a:lnSpc>
              <a:spcBef>
                <a:spcPts val="799"/>
              </a:spcBef>
              <a:buClr>
                <a:srgbClr val="EF53A5"/>
              </a:buClr>
              <a:buSzPct val="80000"/>
              <a:buFont typeface="Wingdings 3" charset="2"/>
              <a:buChar char=""/>
            </a:pPr>
            <a:r>
              <a:rPr lang="en-US" sz="1600" b="0" u="none" strike="noStrike">
                <a:solidFill>
                  <a:schemeClr val="lt1"/>
                </a:solidFill>
                <a:effectLst/>
                <a:uFillTx/>
                <a:latin typeface="Century Gothic"/>
              </a:rPr>
              <a:t>Click to edit the outline text format</a:t>
            </a:r>
            <a:endParaRPr lang="en-US" sz="1600" b="0" u="none" strike="noStrike">
              <a:solidFill>
                <a:schemeClr val="lt1"/>
              </a:solidFill>
              <a:effectLst/>
              <a:uFillTx/>
              <a:latin typeface="Century Gothic"/>
            </a:endParaRPr>
          </a:p>
          <a:p>
            <a:pPr marL="864000" lvl="1" indent="-324000" algn="r" defTabSz="365760" rtl="1">
              <a:lnSpc>
                <a:spcPct val="100000"/>
              </a:lnSpc>
              <a:spcBef>
                <a:spcPts val="799"/>
              </a:spcBef>
              <a:buClr>
                <a:srgbClr val="FFFFFF"/>
              </a:buClr>
              <a:buSzPct val="75000"/>
              <a:buFont typeface="Symbol" charset="2"/>
              <a:buChar char=""/>
            </a:pPr>
            <a:r>
              <a:rPr lang="en-US" sz="1440" b="0" u="none" strike="noStrike">
                <a:solidFill>
                  <a:schemeClr val="lt1"/>
                </a:solidFill>
                <a:effectLst/>
                <a:uFillTx/>
                <a:latin typeface="Century Gothic"/>
              </a:rPr>
              <a:t>Second Outline Level</a:t>
            </a:r>
            <a:endParaRPr lang="en-US" sz="1440" b="0" u="none" strike="noStrike">
              <a:solidFill>
                <a:schemeClr val="lt1"/>
              </a:solidFill>
              <a:effectLst/>
              <a:uFillTx/>
              <a:latin typeface="Century Gothic"/>
            </a:endParaRPr>
          </a:p>
          <a:p>
            <a:pPr marL="1296000" lvl="2" indent="-288000" algn="r" defTabSz="365760" rtl="1">
              <a:lnSpc>
                <a:spcPct val="100000"/>
              </a:lnSpc>
              <a:spcBef>
                <a:spcPts val="799"/>
              </a:spcBef>
              <a:buClr>
                <a:srgbClr val="FFFFFF"/>
              </a:buClr>
              <a:buSzPct val="45000"/>
              <a:buFont typeface="Wingdings" charset="2"/>
              <a:buChar char=""/>
            </a:pPr>
            <a:r>
              <a:rPr lang="en-US" sz="1280" b="0" u="none" strike="noStrike">
                <a:solidFill>
                  <a:schemeClr val="lt1"/>
                </a:solidFill>
                <a:effectLst/>
                <a:uFillTx/>
                <a:latin typeface="Century Gothic"/>
              </a:rPr>
              <a:t>Third Outline Level</a:t>
            </a:r>
            <a:endParaRPr lang="en-US" sz="1280" b="0" u="none" strike="noStrike">
              <a:solidFill>
                <a:schemeClr val="lt1"/>
              </a:solidFill>
              <a:effectLst/>
              <a:uFillTx/>
              <a:latin typeface="Century Gothic"/>
            </a:endParaRPr>
          </a:p>
          <a:p>
            <a:pPr marL="1728000" lvl="3" indent="-216000" algn="r" defTabSz="365760" rtl="1">
              <a:lnSpc>
                <a:spcPct val="100000"/>
              </a:lnSpc>
              <a:spcBef>
                <a:spcPts val="799"/>
              </a:spcBef>
              <a:buClr>
                <a:srgbClr val="FFFFFF"/>
              </a:buClr>
              <a:buSzPct val="75000"/>
              <a:buFont typeface="Symbol" charset="2"/>
              <a:buChar char=""/>
            </a:pPr>
            <a:r>
              <a:rPr lang="en-US" sz="1120" b="0" u="none" strike="noStrike">
                <a:solidFill>
                  <a:schemeClr val="lt1"/>
                </a:solidFill>
                <a:effectLst/>
                <a:uFillTx/>
                <a:latin typeface="Century Gothic"/>
              </a:rPr>
              <a:t>Fourth Outline Level</a:t>
            </a:r>
            <a:endParaRPr lang="en-US" sz="1120" b="0" u="none" strike="noStrike">
              <a:solidFill>
                <a:schemeClr val="lt1"/>
              </a:solidFill>
              <a:effectLst/>
              <a:uFillTx/>
              <a:latin typeface="Century Gothic"/>
            </a:endParaRPr>
          </a:p>
          <a:p>
            <a:pPr marL="2160000" lvl="4" indent="-216000" algn="r" defTabSz="365760" rtl="1">
              <a:lnSpc>
                <a:spcPct val="100000"/>
              </a:lnSpc>
              <a:spcBef>
                <a:spcPts val="799"/>
              </a:spcBef>
              <a:buClr>
                <a:srgbClr val="FFFFFF"/>
              </a:buClr>
              <a:buSzPct val="45000"/>
              <a:buFont typeface="Wingdings" charset="2"/>
              <a:buChar char=""/>
            </a:pPr>
            <a:r>
              <a:rPr lang="en-US" sz="1120" b="0" u="none" strike="noStrike">
                <a:solidFill>
                  <a:schemeClr val="lt1"/>
                </a:solidFill>
                <a:effectLst/>
                <a:uFillTx/>
                <a:latin typeface="Century Gothic"/>
              </a:rPr>
              <a:t>Fifth Outline Level</a:t>
            </a:r>
            <a:endParaRPr lang="en-US" sz="1120" b="0" u="none" strike="noStrike">
              <a:solidFill>
                <a:schemeClr val="lt1"/>
              </a:solidFill>
              <a:effectLst/>
              <a:uFillTx/>
              <a:latin typeface="Century Gothic"/>
            </a:endParaRPr>
          </a:p>
          <a:p>
            <a:pPr marL="2592000" lvl="5" indent="-216000" algn="r" defTabSz="365760" rtl="1">
              <a:lnSpc>
                <a:spcPct val="100000"/>
              </a:lnSpc>
              <a:spcBef>
                <a:spcPts val="283"/>
              </a:spcBef>
              <a:buClr>
                <a:srgbClr val="FFFFFF"/>
              </a:buClr>
              <a:buSzPct val="45000"/>
              <a:buFont typeface="Wingdings" charset="2"/>
              <a:buChar char=""/>
            </a:pPr>
            <a:r>
              <a:rPr lang="en-US" sz="2000" b="0" u="none" strike="noStrike">
                <a:solidFill>
                  <a:schemeClr val="lt1"/>
                </a:solidFill>
                <a:effectLst/>
                <a:uFillTx/>
                <a:latin typeface="Century Gothic"/>
              </a:rPr>
              <a:t>Sixth Outline Level</a:t>
            </a:r>
            <a:endParaRPr lang="en-US" sz="2000" b="0" u="none" strike="noStrike">
              <a:solidFill>
                <a:schemeClr val="lt1"/>
              </a:solidFill>
              <a:effectLst/>
              <a:uFillTx/>
              <a:latin typeface="Century Gothic"/>
            </a:endParaRPr>
          </a:p>
          <a:p>
            <a:pPr marL="3024000" lvl="6" indent="-216000" algn="r" defTabSz="365760" rtl="1">
              <a:lnSpc>
                <a:spcPct val="100000"/>
              </a:lnSpc>
              <a:spcBef>
                <a:spcPts val="283"/>
              </a:spcBef>
              <a:buClr>
                <a:srgbClr val="FFFFFF"/>
              </a:buClr>
              <a:buSzPct val="45000"/>
              <a:buFont typeface="Wingdings" charset="2"/>
              <a:buChar char=""/>
            </a:pPr>
            <a:r>
              <a:rPr lang="en-US" sz="2000" b="0" u="none" strike="noStrike">
                <a:solidFill>
                  <a:schemeClr val="lt1"/>
                </a:solidFill>
                <a:effectLst/>
                <a:uFillTx/>
                <a:latin typeface="Century Gothic"/>
              </a:rPr>
              <a:t>Seventh Outline Level</a:t>
            </a:r>
            <a:endParaRPr lang="en-US" sz="2000" b="0" u="none" strike="noStrike">
              <a:solidFill>
                <a:schemeClr val="lt1"/>
              </a:solidFill>
              <a:effectLst/>
              <a:uFillTx/>
              <a:latin typeface="Century Gothic"/>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bg>
      <p:bgPr>
        <a:blipFill rotWithShape="0">
          <a:blip r:embed="rId2"/>
          <a:stretch/>
        </a:blipFill>
      </p:bgPr>
    </p:bg>
    <p:spTree>
      <p:nvGrpSpPr>
        <p:cNvPr id="1" name=""/>
        <p:cNvGrpSpPr/>
        <p:nvPr/>
      </p:nvGrpSpPr>
      <p:grpSpPr>
        <a:xfrm>
          <a:off x="0" y="0"/>
          <a:ext cx="0" cy="0"/>
          <a:chOff x="0" y="0"/>
          <a:chExt cx="0" cy="0"/>
        </a:xfrm>
      </p:grpSpPr>
      <p:sp>
        <p:nvSpPr>
          <p:cNvPr id="115"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7"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8"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0"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1" name="PlaceHolder 1"/>
          <p:cNvSpPr>
            <a:spLocks noGrp="1"/>
          </p:cNvSpPr>
          <p:nvPr>
            <p:ph type="title"/>
          </p:nvPr>
        </p:nvSpPr>
        <p:spPr>
          <a:xfrm>
            <a:off x="693000" y="6827400"/>
            <a:ext cx="5295960" cy="805320"/>
          </a:xfrm>
          <a:prstGeom prst="rect">
            <a:avLst/>
          </a:prstGeom>
          <a:noFill/>
          <a:ln w="0">
            <a:noFill/>
          </a:ln>
        </p:spPr>
        <p:txBody>
          <a:bodyPr lIns="91440" tIns="45720" rIns="91440" bIns="45720" anchor="b">
            <a:normAutofit/>
          </a:bodyPr>
          <a:lstStyle>
            <a:lvl1pPr indent="0" algn="l" defTabSz="365760" rtl="1">
              <a:lnSpc>
                <a:spcPct val="100000"/>
              </a:lnSpc>
              <a:buNone/>
              <a:tabLst>
                <a:tab pos="0" algn="l"/>
              </a:tabLst>
              <a:defRPr lang="en-US" sz="1920"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1920" b="0" u="none" strike="noStrike">
                <a:solidFill>
                  <a:schemeClr val="lt2"/>
                </a:solidFill>
                <a:effectLst/>
                <a:uFillTx/>
                <a:latin typeface="Century Gothic"/>
              </a:rPr>
              <a:t>Click to edit Master title style</a:t>
            </a:r>
            <a:endParaRPr lang="en-US" sz="1920" b="0" u="none" strike="noStrike">
              <a:solidFill>
                <a:schemeClr val="lt2"/>
              </a:solidFill>
              <a:effectLst/>
              <a:uFillTx/>
              <a:latin typeface="Century Gothic"/>
            </a:endParaRPr>
          </a:p>
        </p:txBody>
      </p:sp>
      <p:sp>
        <p:nvSpPr>
          <p:cNvPr id="122" name="PlaceHolder 2"/>
          <p:cNvSpPr>
            <a:spLocks noGrp="1"/>
          </p:cNvSpPr>
          <p:nvPr>
            <p:ph type="body"/>
          </p:nvPr>
        </p:nvSpPr>
        <p:spPr>
          <a:xfrm>
            <a:off x="693000" y="975240"/>
            <a:ext cx="5295960" cy="5177160"/>
          </a:xfrm>
          <a:prstGeom prst="rect">
            <a:avLst/>
          </a:prstGeom>
          <a:noFill/>
          <a:ln w="0">
            <a:noFill/>
          </a:ln>
          <a:effectLst>
            <a:outerShdw dist="50760" dir="5400000" blurRad="50760" rotWithShape="0">
              <a:srgbClr val="000000">
                <a:alpha val="43000"/>
              </a:srgbClr>
            </a:outerShdw>
          </a:effectLst>
        </p:spPr>
        <p:txBody>
          <a:bodyPr lIns="90000" tIns="45000" rIns="90000" bIns="45000" anchor="t">
            <a:normAutofit/>
          </a:bodyPr>
          <a:lstStyle>
            <a:lvl1pPr indent="0" algn="ctr" defTabSz="457200" rtl="1">
              <a:lnSpc>
                <a:spcPct val="100000"/>
              </a:lnSpc>
              <a:buNone/>
              <a:tabLst>
                <a:tab pos="0" algn="l"/>
              </a:tabLst>
              <a:defRPr lang="en-US" sz="1280" b="0" u="none" strike="noStrike">
                <a:solidFill>
                  <a:schemeClr val="lt1"/>
                </a:solidFill>
                <a:effectLst/>
                <a:uFillTx/>
                <a:latin typeface="Century Gothic"/>
              </a:defRPr>
            </a:lvl1pPr>
          </a:lstStyle>
          <a:p>
            <a:pPr indent="0" algn="ctr" defTabSz="457200" rtl="1">
              <a:lnSpc>
                <a:spcPct val="100000"/>
              </a:lnSpc>
              <a:buNone/>
              <a:tabLst>
                <a:tab pos="0" algn="l"/>
              </a:tabLst>
            </a:pPr>
            <a:r>
              <a:rPr lang="en-US" sz="1280" b="0" u="none" strike="noStrike">
                <a:solidFill>
                  <a:schemeClr val="lt1"/>
                </a:solidFill>
                <a:effectLst/>
                <a:uFillTx/>
                <a:latin typeface="Century Gothic"/>
              </a:rPr>
              <a:t>Click icon to add picture</a:t>
            </a:r>
            <a:endParaRPr lang="en-US" sz="1280" b="0" u="none" strike="noStrike">
              <a:solidFill>
                <a:schemeClr val="lt1"/>
              </a:solidFill>
              <a:effectLst/>
              <a:uFillTx/>
              <a:latin typeface="Century Gothic"/>
            </a:endParaRPr>
          </a:p>
        </p:txBody>
      </p:sp>
      <p:sp>
        <p:nvSpPr>
          <p:cNvPr id="123" name="PlaceHolder 3"/>
          <p:cNvSpPr>
            <a:spLocks noGrp="1"/>
          </p:cNvSpPr>
          <p:nvPr>
            <p:ph type="body"/>
          </p:nvPr>
        </p:nvSpPr>
        <p:spPr>
          <a:xfrm>
            <a:off x="693000" y="7633440"/>
            <a:ext cx="5295960" cy="701280"/>
          </a:xfrm>
          <a:prstGeom prst="rect">
            <a:avLst/>
          </a:prstGeom>
          <a:noFill/>
          <a:ln w="0">
            <a:noFill/>
          </a:ln>
        </p:spPr>
        <p:txBody>
          <a:bodyPr lIns="91440" tIns="45720" rIns="91440" bIns="45720" anchor="t">
            <a:normAutofit/>
          </a:bodyPr>
          <a:lstStyle>
            <a:lvl1pPr indent="0" algn="r" defTabSz="365760" rtl="1">
              <a:lnSpc>
                <a:spcPct val="100000"/>
              </a:lnSpc>
              <a:spcBef>
                <a:spcPts val="799"/>
              </a:spcBef>
              <a:buNone/>
              <a:tabLst>
                <a:tab pos="0" algn="l"/>
              </a:tabLst>
              <a:defRPr lang="en-US" sz="96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960" b="0" u="none" strike="noStrike">
                <a:solidFill>
                  <a:schemeClr val="lt1"/>
                </a:solidFill>
                <a:effectLst/>
                <a:uFillTx/>
                <a:latin typeface="Century Gothic"/>
              </a:rPr>
              <a:t>Click to edit Master text styles</a:t>
            </a:r>
            <a:endParaRPr lang="en-US" sz="960" b="0" u="none" strike="noStrike">
              <a:solidFill>
                <a:schemeClr val="lt1"/>
              </a:solidFill>
              <a:effectLst/>
              <a:uFillTx/>
              <a:latin typeface="Century Gothic"/>
            </a:endParaRPr>
          </a:p>
        </p:txBody>
      </p:sp>
      <p:sp>
        <p:nvSpPr>
          <p:cNvPr id="124" name="PlaceHolder 4"/>
          <p:cNvSpPr>
            <a:spLocks noGrp="1"/>
          </p:cNvSpPr>
          <p:nvPr>
            <p:ph type="dt" idx="31"/>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125" name="PlaceHolder 5"/>
          <p:cNvSpPr>
            <a:spLocks noGrp="1"/>
          </p:cNvSpPr>
          <p:nvPr>
            <p:ph type="ftr" idx="32"/>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126" name="PlaceHolder 6"/>
          <p:cNvSpPr>
            <a:spLocks noGrp="1"/>
          </p:cNvSpPr>
          <p:nvPr>
            <p:ph type="sldNum" idx="33"/>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5EA8744B-C8D5-4FD1-AEF6-684C9C818170}"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stretch/>
        </a:blipFill>
      </p:bgPr>
    </p:bg>
    <p:spTree>
      <p:nvGrpSpPr>
        <p:cNvPr id="1" name=""/>
        <p:cNvGrpSpPr/>
        <p:nvPr/>
      </p:nvGrpSpPr>
      <p:grpSpPr>
        <a:xfrm>
          <a:off x="0" y="0"/>
          <a:ext cx="0" cy="0"/>
          <a:chOff x="0" y="0"/>
          <a:chExt cx="0" cy="0"/>
        </a:xfrm>
      </p:grpSpPr>
      <p:sp>
        <p:nvSpPr>
          <p:cNvPr id="127"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8"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9"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0"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1"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2"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3" name="PlaceHolder 1"/>
          <p:cNvSpPr>
            <a:spLocks noGrp="1"/>
          </p:cNvSpPr>
          <p:nvPr>
            <p:ph type="title"/>
          </p:nvPr>
        </p:nvSpPr>
        <p:spPr>
          <a:xfrm>
            <a:off x="693000" y="2059200"/>
            <a:ext cx="5295960" cy="2817000"/>
          </a:xfrm>
          <a:prstGeom prst="rect">
            <a:avLst/>
          </a:prstGeom>
          <a:noFill/>
          <a:ln w="0">
            <a:noFill/>
          </a:ln>
        </p:spPr>
        <p:txBody>
          <a:bodyPr lIns="91440" tIns="45720" rIns="91440" bIns="45720" anchor="t">
            <a:noAutofit/>
          </a:bodyPr>
          <a:lstStyle>
            <a:lvl1pPr indent="0" algn="l" defTabSz="365760" rtl="1">
              <a:lnSpc>
                <a:spcPct val="100000"/>
              </a:lnSpc>
              <a:buNone/>
              <a:tabLst>
                <a:tab pos="0" algn="l"/>
              </a:tabLst>
              <a:defRPr lang="en-US" sz="3840"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840" b="0" u="none" strike="noStrike">
                <a:solidFill>
                  <a:schemeClr val="lt2"/>
                </a:solidFill>
                <a:effectLst/>
                <a:uFillTx/>
                <a:latin typeface="Century Gothic"/>
              </a:rPr>
              <a:t>Click to edit Master title style</a:t>
            </a:r>
            <a:endParaRPr lang="en-US" sz="3840" b="0" u="none" strike="noStrike">
              <a:solidFill>
                <a:schemeClr val="lt2"/>
              </a:solidFill>
              <a:effectLst/>
              <a:uFillTx/>
              <a:latin typeface="Century Gothic"/>
            </a:endParaRPr>
          </a:p>
        </p:txBody>
      </p:sp>
      <p:sp>
        <p:nvSpPr>
          <p:cNvPr id="134" name="PlaceHolder 2"/>
          <p:cNvSpPr>
            <a:spLocks noGrp="1"/>
          </p:cNvSpPr>
          <p:nvPr>
            <p:ph type="body"/>
          </p:nvPr>
        </p:nvSpPr>
        <p:spPr>
          <a:xfrm>
            <a:off x="693000" y="5202000"/>
            <a:ext cx="5295960" cy="3358800"/>
          </a:xfrm>
          <a:prstGeom prst="rect">
            <a:avLst/>
          </a:prstGeom>
          <a:noFill/>
          <a:ln w="0">
            <a:noFill/>
          </a:ln>
        </p:spPr>
        <p:txBody>
          <a:bodyPr lIns="91440" tIns="45720" rIns="91440" bIns="45720" anchor="ctr">
            <a:normAutofit/>
          </a:bodyPr>
          <a:lstStyle>
            <a:lvl1pPr indent="0" algn="r" defTabSz="365760" rtl="1">
              <a:lnSpc>
                <a:spcPct val="100000"/>
              </a:lnSpc>
              <a:spcBef>
                <a:spcPts val="799"/>
              </a:spcBef>
              <a:buNone/>
              <a:tabLst>
                <a:tab pos="0" algn="l"/>
              </a:tabLst>
              <a:defRPr lang="en-US" sz="144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1440" b="0" u="none" strike="noStrike">
                <a:solidFill>
                  <a:schemeClr val="lt1"/>
                </a:solidFill>
                <a:effectLst/>
                <a:uFillTx/>
                <a:latin typeface="Century Gothic"/>
              </a:rPr>
              <a:t>Click to edit Master text styles</a:t>
            </a:r>
            <a:endParaRPr lang="en-US" sz="1440" b="0" u="none" strike="noStrike">
              <a:solidFill>
                <a:schemeClr val="lt1"/>
              </a:solidFill>
              <a:effectLst/>
              <a:uFillTx/>
              <a:latin typeface="Century Gothic"/>
            </a:endParaRPr>
          </a:p>
        </p:txBody>
      </p:sp>
      <p:sp>
        <p:nvSpPr>
          <p:cNvPr id="135" name="PlaceHolder 3"/>
          <p:cNvSpPr>
            <a:spLocks noGrp="1"/>
          </p:cNvSpPr>
          <p:nvPr>
            <p:ph type="dt" idx="34"/>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136" name="PlaceHolder 4"/>
          <p:cNvSpPr>
            <a:spLocks noGrp="1"/>
          </p:cNvSpPr>
          <p:nvPr>
            <p:ph type="ftr" idx="35"/>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137" name="PlaceHolder 5"/>
          <p:cNvSpPr>
            <a:spLocks noGrp="1"/>
          </p:cNvSpPr>
          <p:nvPr>
            <p:ph type="sldNum" idx="36"/>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5CF89058-3553-449D-9E4E-2DCE5021C258}"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stretch/>
        </a:blipFill>
      </p:bgPr>
    </p:bg>
    <p:spTree>
      <p:nvGrpSpPr>
        <p:cNvPr id="1" name=""/>
        <p:cNvGrpSpPr/>
        <p:nvPr/>
      </p:nvGrpSpPr>
      <p:grpSpPr>
        <a:xfrm>
          <a:off x="0" y="0"/>
          <a:ext cx="0" cy="0"/>
          <a:chOff x="0" y="0"/>
          <a:chExt cx="0" cy="0"/>
        </a:xfrm>
      </p:grpSpPr>
      <p:sp>
        <p:nvSpPr>
          <p:cNvPr id="138"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0"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3"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4" name="PlaceHolder 1"/>
          <p:cNvSpPr>
            <a:spLocks noGrp="1"/>
          </p:cNvSpPr>
          <p:nvPr>
            <p:ph type="title"/>
          </p:nvPr>
        </p:nvSpPr>
        <p:spPr>
          <a:xfrm>
            <a:off x="945000" y="2059200"/>
            <a:ext cx="4800240" cy="3303720"/>
          </a:xfrm>
          <a:prstGeom prst="rect">
            <a:avLst/>
          </a:prstGeom>
          <a:noFill/>
          <a:ln w="0">
            <a:noFill/>
          </a:ln>
        </p:spPr>
        <p:txBody>
          <a:bodyPr lIns="91440" tIns="45720" rIns="91440" bIns="45720" anchor="t">
            <a:noAutofit/>
          </a:bodyPr>
          <a:lstStyle>
            <a:lvl1pPr indent="0" algn="l" defTabSz="365760" rtl="1">
              <a:lnSpc>
                <a:spcPct val="100000"/>
              </a:lnSpc>
              <a:buNone/>
              <a:tabLst>
                <a:tab pos="0" algn="l"/>
              </a:tabLst>
              <a:defRPr lang="en-US" sz="3840"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840" b="0" u="none" strike="noStrike">
                <a:solidFill>
                  <a:schemeClr val="lt2"/>
                </a:solidFill>
                <a:effectLst/>
                <a:uFillTx/>
                <a:latin typeface="Century Gothic"/>
              </a:rPr>
              <a:t>Click to edit Master title style</a:t>
            </a:r>
            <a:endParaRPr lang="en-US" sz="3840" b="0" u="none" strike="noStrike">
              <a:solidFill>
                <a:schemeClr val="lt2"/>
              </a:solidFill>
              <a:effectLst/>
              <a:uFillTx/>
              <a:latin typeface="Century Gothic"/>
            </a:endParaRPr>
          </a:p>
        </p:txBody>
      </p:sp>
      <p:sp>
        <p:nvSpPr>
          <p:cNvPr id="145" name="PlaceHolder 2"/>
          <p:cNvSpPr>
            <a:spLocks noGrp="1"/>
          </p:cNvSpPr>
          <p:nvPr>
            <p:ph type="body"/>
          </p:nvPr>
        </p:nvSpPr>
        <p:spPr>
          <a:xfrm>
            <a:off x="1158480" y="5363280"/>
            <a:ext cx="4368240" cy="486000"/>
          </a:xfrm>
          <a:prstGeom prst="rect">
            <a:avLst/>
          </a:prstGeom>
          <a:noFill/>
          <a:ln w="0">
            <a:noFill/>
          </a:ln>
        </p:spPr>
        <p:txBody>
          <a:bodyPr lIns="91440" tIns="45720" rIns="91440" bIns="45720" anchor="t">
            <a:normAutofit/>
          </a:bodyPr>
          <a:lstStyle>
            <a:lvl1pPr indent="0" algn="r" defTabSz="365760" rtl="1">
              <a:lnSpc>
                <a:spcPct val="100000"/>
              </a:lnSpc>
              <a:spcBef>
                <a:spcPts val="799"/>
              </a:spcBef>
              <a:buNone/>
              <a:tabLst>
                <a:tab pos="0" algn="l"/>
              </a:tabLst>
              <a:defRPr lang="en-US" sz="1120" b="0" u="none" strike="noStrike" cap="small">
                <a:solidFill>
                  <a:schemeClr val="accent1">
                    <a:lumMod val="60000"/>
                    <a:lumOff val="40000"/>
                  </a:schemeClr>
                </a:solidFill>
                <a:effectLst/>
                <a:uFillTx/>
                <a:latin typeface="Century Gothic"/>
              </a:defRPr>
            </a:lvl1pPr>
          </a:lstStyle>
          <a:p>
            <a:pPr indent="0" algn="r" defTabSz="365760" rtl="1">
              <a:lnSpc>
                <a:spcPct val="100000"/>
              </a:lnSpc>
              <a:spcBef>
                <a:spcPts val="799"/>
              </a:spcBef>
              <a:buNone/>
              <a:tabLst>
                <a:tab pos="0" algn="l"/>
              </a:tabLst>
            </a:pPr>
            <a:r>
              <a:rPr lang="en-US" sz="1120" b="0" u="none" strike="noStrike" cap="small">
                <a:solidFill>
                  <a:schemeClr val="accent1">
                    <a:lumMod val="60000"/>
                    <a:lumOff val="40000"/>
                  </a:schemeClr>
                </a:solidFill>
                <a:effectLst/>
                <a:uFillTx/>
                <a:latin typeface="Century Gothic"/>
              </a:rPr>
              <a:t>Click to edit Master text styles</a:t>
            </a:r>
            <a:endParaRPr lang="en-US" sz="1120" b="0" u="none" strike="noStrike">
              <a:solidFill>
                <a:schemeClr val="lt1"/>
              </a:solidFill>
              <a:effectLst/>
              <a:uFillTx/>
              <a:latin typeface="Century Gothic"/>
            </a:endParaRPr>
          </a:p>
        </p:txBody>
      </p:sp>
      <p:sp>
        <p:nvSpPr>
          <p:cNvPr id="146" name="PlaceHolder 3"/>
          <p:cNvSpPr>
            <a:spLocks noGrp="1"/>
          </p:cNvSpPr>
          <p:nvPr>
            <p:ph type="body"/>
          </p:nvPr>
        </p:nvSpPr>
        <p:spPr>
          <a:xfrm>
            <a:off x="693000" y="6187680"/>
            <a:ext cx="5295960" cy="2383560"/>
          </a:xfrm>
          <a:prstGeom prst="rect">
            <a:avLst/>
          </a:prstGeom>
          <a:noFill/>
          <a:ln w="0">
            <a:noFill/>
          </a:ln>
        </p:spPr>
        <p:txBody>
          <a:bodyPr lIns="91440" tIns="45720" rIns="91440" bIns="45720" anchor="ctr">
            <a:normAutofit/>
          </a:bodyPr>
          <a:lstStyle>
            <a:lvl1pPr indent="0" algn="r" defTabSz="365760" rtl="1">
              <a:lnSpc>
                <a:spcPct val="100000"/>
              </a:lnSpc>
              <a:spcBef>
                <a:spcPts val="799"/>
              </a:spcBef>
              <a:buNone/>
              <a:tabLst>
                <a:tab pos="0" algn="l"/>
              </a:tabLst>
              <a:defRPr lang="en-US" sz="144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1440" b="0" u="none" strike="noStrike">
                <a:solidFill>
                  <a:schemeClr val="lt1"/>
                </a:solidFill>
                <a:effectLst/>
                <a:uFillTx/>
                <a:latin typeface="Century Gothic"/>
              </a:rPr>
              <a:t>Click to edit Master text styles</a:t>
            </a:r>
            <a:endParaRPr lang="en-US" sz="1440" b="0" u="none" strike="noStrike">
              <a:solidFill>
                <a:schemeClr val="lt1"/>
              </a:solidFill>
              <a:effectLst/>
              <a:uFillTx/>
              <a:latin typeface="Century Gothic"/>
            </a:endParaRPr>
          </a:p>
        </p:txBody>
      </p:sp>
      <p:sp>
        <p:nvSpPr>
          <p:cNvPr id="147" name="PlaceHolder 4"/>
          <p:cNvSpPr>
            <a:spLocks noGrp="1"/>
          </p:cNvSpPr>
          <p:nvPr>
            <p:ph type="dt" idx="37"/>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148" name="PlaceHolder 5"/>
          <p:cNvSpPr>
            <a:spLocks noGrp="1"/>
          </p:cNvSpPr>
          <p:nvPr>
            <p:ph type="ftr" idx="38"/>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149" name="PlaceHolder 6"/>
          <p:cNvSpPr>
            <a:spLocks noGrp="1"/>
          </p:cNvSpPr>
          <p:nvPr>
            <p:ph type="sldNum" idx="39"/>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31A968B4-B516-4406-A737-9BE15A0E8F7C}"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
        <p:nvSpPr>
          <p:cNvPr id="150" name="TextBox 11"/>
          <p:cNvSpPr/>
          <p:nvPr/>
        </p:nvSpPr>
        <p:spPr>
          <a:xfrm>
            <a:off x="539280" y="1381320"/>
            <a:ext cx="480600" cy="159372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9760" b="0" u="none" strike="noStrike">
                <a:solidFill>
                  <a:schemeClr val="accent1">
                    <a:lumMod val="60000"/>
                    <a:lumOff val="40000"/>
                  </a:schemeClr>
                </a:solidFill>
                <a:effectLst/>
                <a:uFillTx/>
                <a:latin typeface="Arial"/>
              </a:rPr>
              <a:t>“</a:t>
            </a:r>
            <a:endParaRPr lang="en-US" sz="9760" b="0" u="none" strike="noStrike">
              <a:solidFill>
                <a:srgbClr val="FFFFFF"/>
              </a:solidFill>
              <a:effectLst/>
              <a:uFillTx/>
              <a:latin typeface="Arial"/>
            </a:endParaRPr>
          </a:p>
        </p:txBody>
      </p:sp>
      <p:sp>
        <p:nvSpPr>
          <p:cNvPr id="151" name="TextBox 10"/>
          <p:cNvSpPr/>
          <p:nvPr/>
        </p:nvSpPr>
        <p:spPr>
          <a:xfrm>
            <a:off x="5599800" y="3717360"/>
            <a:ext cx="480600" cy="159372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9760" b="0" u="none" strike="noStrike">
                <a:solidFill>
                  <a:schemeClr val="accent1">
                    <a:lumMod val="60000"/>
                    <a:lumOff val="40000"/>
                  </a:schemeClr>
                </a:solidFill>
                <a:effectLst/>
                <a:uFillTx/>
                <a:latin typeface="Arial"/>
              </a:rPr>
              <a:t>”</a:t>
            </a:r>
            <a:endParaRPr lang="en-US" sz="9760" b="0" u="none" strike="noStrike">
              <a:solidFill>
                <a:srgbClr val="FFFFFF"/>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stretch/>
        </a:blipFill>
      </p:bgPr>
    </p:bg>
    <p:spTree>
      <p:nvGrpSpPr>
        <p:cNvPr id="1" name=""/>
        <p:cNvGrpSpPr/>
        <p:nvPr/>
      </p:nvGrpSpPr>
      <p:grpSpPr>
        <a:xfrm>
          <a:off x="0" y="0"/>
          <a:ext cx="0" cy="0"/>
          <a:chOff x="0" y="0"/>
          <a:chExt cx="0" cy="0"/>
        </a:xfrm>
      </p:grpSpPr>
      <p:sp>
        <p:nvSpPr>
          <p:cNvPr id="152"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4"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5"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7"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8" name="PlaceHolder 1"/>
          <p:cNvSpPr>
            <a:spLocks noGrp="1"/>
          </p:cNvSpPr>
          <p:nvPr>
            <p:ph type="title"/>
          </p:nvPr>
        </p:nvSpPr>
        <p:spPr>
          <a:xfrm>
            <a:off x="693000" y="4443480"/>
            <a:ext cx="5295960" cy="2350440"/>
          </a:xfrm>
          <a:prstGeom prst="rect">
            <a:avLst/>
          </a:prstGeom>
          <a:noFill/>
          <a:ln w="0">
            <a:noFill/>
          </a:ln>
        </p:spPr>
        <p:txBody>
          <a:bodyPr lIns="91440" tIns="45720" rIns="91440" bIns="45720" anchor="b">
            <a:noAutofit/>
          </a:bodyPr>
          <a:lstStyle>
            <a:lvl1pPr indent="0" algn="l" defTabSz="365760" rtl="1">
              <a:lnSpc>
                <a:spcPct val="100000"/>
              </a:lnSpc>
              <a:buNone/>
              <a:tabLst>
                <a:tab pos="0" algn="l"/>
              </a:tabLst>
              <a:defRPr lang="en-US" sz="3200"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200" b="0" u="none" strike="noStrike">
                <a:solidFill>
                  <a:schemeClr val="lt2"/>
                </a:solidFill>
                <a:effectLst/>
                <a:uFillTx/>
                <a:latin typeface="Century Gothic"/>
              </a:rPr>
              <a:t>Click to edit Master title style</a:t>
            </a:r>
            <a:endParaRPr lang="en-US" sz="3200" b="0" u="none" strike="noStrike">
              <a:solidFill>
                <a:schemeClr val="lt2"/>
              </a:solidFill>
              <a:effectLst/>
              <a:uFillTx/>
              <a:latin typeface="Century Gothic"/>
            </a:endParaRPr>
          </a:p>
        </p:txBody>
      </p:sp>
      <p:sp>
        <p:nvSpPr>
          <p:cNvPr id="159" name="PlaceHolder 2"/>
          <p:cNvSpPr>
            <a:spLocks noGrp="1"/>
          </p:cNvSpPr>
          <p:nvPr>
            <p:ph type="body"/>
          </p:nvPr>
        </p:nvSpPr>
        <p:spPr>
          <a:xfrm>
            <a:off x="693000" y="6794640"/>
            <a:ext cx="5295960" cy="1222920"/>
          </a:xfrm>
          <a:prstGeom prst="rect">
            <a:avLst/>
          </a:prstGeom>
          <a:noFill/>
          <a:ln w="0">
            <a:noFill/>
          </a:ln>
        </p:spPr>
        <p:txBody>
          <a:bodyPr lIns="91440" tIns="45720" rIns="91440" bIns="45720" anchor="t">
            <a:noAutofit/>
          </a:bodyPr>
          <a:lstStyle>
            <a:lvl1pPr indent="0" algn="l" defTabSz="365760" rtl="1">
              <a:lnSpc>
                <a:spcPct val="100000"/>
              </a:lnSpc>
              <a:spcBef>
                <a:spcPts val="799"/>
              </a:spcBef>
              <a:buNone/>
              <a:tabLst>
                <a:tab pos="0" algn="l"/>
              </a:tabLst>
              <a:defRPr lang="en-US" sz="1600" b="0" u="none" strike="noStrike">
                <a:solidFill>
                  <a:schemeClr val="accent1">
                    <a:lumMod val="60000"/>
                    <a:lumOff val="40000"/>
                  </a:schemeClr>
                </a:solidFill>
                <a:effectLst/>
                <a:uFillTx/>
                <a:latin typeface="Century Gothic"/>
              </a:defRPr>
            </a:lvl1pPr>
          </a:lstStyle>
          <a:p>
            <a:pPr indent="0" algn="l" defTabSz="365760" rtl="1">
              <a:lnSpc>
                <a:spcPct val="100000"/>
              </a:lnSpc>
              <a:spcBef>
                <a:spcPts val="799"/>
              </a:spcBef>
              <a:buNone/>
              <a:tabLst>
                <a:tab pos="0" algn="l"/>
              </a:tabLst>
            </a:pPr>
            <a:r>
              <a:rPr lang="en-US" sz="1600" b="0" u="none" strike="noStrike">
                <a:solidFill>
                  <a:schemeClr val="accent1">
                    <a:lumMod val="60000"/>
                    <a:lumOff val="40000"/>
                  </a:schemeClr>
                </a:solidFill>
                <a:effectLst/>
                <a:uFillTx/>
                <a:latin typeface="Century Gothic"/>
              </a:rPr>
              <a:t>Click to edit Master text styles</a:t>
            </a:r>
            <a:endParaRPr lang="en-US" sz="1600" b="0" u="none" strike="noStrike">
              <a:solidFill>
                <a:schemeClr val="accent1">
                  <a:lumMod val="60000"/>
                  <a:lumOff val="40000"/>
                </a:schemeClr>
              </a:solidFill>
              <a:effectLst/>
              <a:uFillTx/>
              <a:latin typeface="Century Gothic"/>
            </a:endParaRPr>
          </a:p>
        </p:txBody>
      </p:sp>
      <p:sp>
        <p:nvSpPr>
          <p:cNvPr id="160" name="PlaceHolder 3"/>
          <p:cNvSpPr>
            <a:spLocks noGrp="1"/>
          </p:cNvSpPr>
          <p:nvPr>
            <p:ph type="dt" idx="40"/>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161" name="PlaceHolder 4"/>
          <p:cNvSpPr>
            <a:spLocks noGrp="1"/>
          </p:cNvSpPr>
          <p:nvPr>
            <p:ph type="ftr" idx="41"/>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162" name="PlaceHolder 5"/>
          <p:cNvSpPr>
            <a:spLocks noGrp="1"/>
          </p:cNvSpPr>
          <p:nvPr>
            <p:ph type="sldNum" idx="42"/>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F251F313-C302-4F52-BC48-569FD47E1754}"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lumn">
    <p:bg>
      <p:bgPr>
        <a:blipFill rotWithShape="0">
          <a:blip r:embed="rId2"/>
          <a:stretch/>
        </a:blipFill>
      </p:bgPr>
    </p:bg>
    <p:spTree>
      <p:nvGrpSpPr>
        <p:cNvPr id="1" name=""/>
        <p:cNvGrpSpPr/>
        <p:nvPr/>
      </p:nvGrpSpPr>
      <p:grpSpPr>
        <a:xfrm>
          <a:off x="0" y="0"/>
          <a:ext cx="0" cy="0"/>
          <a:chOff x="0" y="0"/>
          <a:chExt cx="0" cy="0"/>
        </a:xfrm>
      </p:grpSpPr>
      <p:sp>
        <p:nvSpPr>
          <p:cNvPr id="163"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4"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5"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6"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7"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8"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9" name="PlaceHolder 1"/>
          <p:cNvSpPr>
            <a:spLocks noGrp="1"/>
          </p:cNvSpPr>
          <p:nvPr>
            <p:ph type="title"/>
          </p:nvPr>
        </p:nvSpPr>
        <p:spPr>
          <a:xfrm>
            <a:off x="387720" y="644040"/>
            <a:ext cx="5643720" cy="1991160"/>
          </a:xfrm>
          <a:prstGeom prst="rect">
            <a:avLst/>
          </a:prstGeom>
          <a:noFill/>
          <a:ln w="0">
            <a:noFill/>
          </a:ln>
        </p:spPr>
        <p:txBody>
          <a:bodyPr lIns="91440" tIns="45720" rIns="91440" bIns="45720" anchor="t">
            <a:noAutofit/>
          </a:bodyPr>
          <a:lstStyle>
            <a:lvl1pPr indent="0" algn="l" defTabSz="365760" rtl="1">
              <a:lnSpc>
                <a:spcPct val="100000"/>
              </a:lnSpc>
              <a:buNone/>
              <a:tabLst>
                <a:tab pos="0" algn="l"/>
              </a:tabLst>
              <a:defRPr lang="en-US" sz="3359"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359" b="0" u="none" strike="noStrike">
                <a:solidFill>
                  <a:schemeClr val="lt2"/>
                </a:solidFill>
                <a:effectLst/>
                <a:uFillTx/>
                <a:latin typeface="Century Gothic"/>
              </a:rPr>
              <a:t>Click to edit Master title style</a:t>
            </a:r>
            <a:endParaRPr lang="en-US" sz="3359" b="0" u="none" strike="noStrike">
              <a:solidFill>
                <a:schemeClr val="lt2"/>
              </a:solidFill>
              <a:effectLst/>
              <a:uFillTx/>
              <a:latin typeface="Century Gothic"/>
            </a:endParaRPr>
          </a:p>
        </p:txBody>
      </p:sp>
      <p:sp>
        <p:nvSpPr>
          <p:cNvPr id="170" name="PlaceHolder 2"/>
          <p:cNvSpPr>
            <a:spLocks noGrp="1"/>
          </p:cNvSpPr>
          <p:nvPr>
            <p:ph type="body"/>
          </p:nvPr>
        </p:nvSpPr>
        <p:spPr>
          <a:xfrm>
            <a:off x="379800" y="2817720"/>
            <a:ext cx="1767960" cy="819000"/>
          </a:xfrm>
          <a:prstGeom prst="rect">
            <a:avLst/>
          </a:prstGeom>
          <a:noFill/>
          <a:ln w="0">
            <a:noFill/>
          </a:ln>
        </p:spPr>
        <p:txBody>
          <a:bodyPr lIns="91440" tIns="45720" rIns="91440" bIns="45720" anchor="b">
            <a:noAutofit/>
          </a:bodyPr>
          <a:lstStyle>
            <a:lvl1pPr indent="0" algn="r" defTabSz="365760" rtl="1">
              <a:lnSpc>
                <a:spcPct val="100000"/>
              </a:lnSpc>
              <a:spcBef>
                <a:spcPts val="799"/>
              </a:spcBef>
              <a:buNone/>
              <a:tabLst>
                <a:tab pos="0" algn="l"/>
              </a:tabLst>
              <a:defRPr lang="en-US" sz="1920" b="0" u="none" strike="noStrike">
                <a:solidFill>
                  <a:schemeClr val="accent1">
                    <a:lumMod val="60000"/>
                    <a:lumOff val="40000"/>
                  </a:schemeClr>
                </a:solidFill>
                <a:effectLst/>
                <a:uFillTx/>
                <a:latin typeface="Century Gothic"/>
              </a:defRPr>
            </a:lvl1pPr>
          </a:lstStyle>
          <a:p>
            <a:pPr indent="0" algn="r" defTabSz="365760" rtl="1">
              <a:lnSpc>
                <a:spcPct val="100000"/>
              </a:lnSpc>
              <a:spcBef>
                <a:spcPts val="799"/>
              </a:spcBef>
              <a:buNone/>
              <a:tabLst>
                <a:tab pos="0" algn="l"/>
              </a:tabLst>
            </a:pPr>
            <a:r>
              <a:rPr lang="en-US" sz="1920" b="0" u="none" strike="noStrike">
                <a:solidFill>
                  <a:schemeClr val="accent1">
                    <a:lumMod val="60000"/>
                    <a:lumOff val="40000"/>
                  </a:schemeClr>
                </a:solidFill>
                <a:effectLst/>
                <a:uFillTx/>
                <a:latin typeface="Century Gothic"/>
              </a:rPr>
              <a:t>Click to edit Master text styles</a:t>
            </a:r>
            <a:endParaRPr lang="en-US" sz="1920" b="0" u="none" strike="noStrike">
              <a:solidFill>
                <a:schemeClr val="lt1"/>
              </a:solidFill>
              <a:effectLst/>
              <a:uFillTx/>
              <a:latin typeface="Century Gothic"/>
            </a:endParaRPr>
          </a:p>
        </p:txBody>
      </p:sp>
      <p:sp>
        <p:nvSpPr>
          <p:cNvPr id="171" name="PlaceHolder 3"/>
          <p:cNvSpPr>
            <a:spLocks noGrp="1"/>
          </p:cNvSpPr>
          <p:nvPr>
            <p:ph type="body"/>
          </p:nvPr>
        </p:nvSpPr>
        <p:spPr>
          <a:xfrm>
            <a:off x="391680" y="3792960"/>
            <a:ext cx="1756080" cy="5104080"/>
          </a:xfrm>
          <a:prstGeom prst="rect">
            <a:avLst/>
          </a:prstGeom>
          <a:noFill/>
          <a:ln w="0">
            <a:noFill/>
          </a:ln>
        </p:spPr>
        <p:txBody>
          <a:bodyPr lIns="91440" tIns="45720" rIns="91440" bIns="45720" anchor="t">
            <a:normAutofit/>
          </a:bodyPr>
          <a:lstStyle>
            <a:lvl1pPr indent="0" algn="r" defTabSz="365760" rtl="1">
              <a:lnSpc>
                <a:spcPct val="100000"/>
              </a:lnSpc>
              <a:spcBef>
                <a:spcPts val="799"/>
              </a:spcBef>
              <a:buNone/>
              <a:tabLst>
                <a:tab pos="0" algn="l"/>
              </a:tabLst>
              <a:defRPr lang="en-US" sz="112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1120" b="0" u="none" strike="noStrike">
                <a:solidFill>
                  <a:schemeClr val="lt1"/>
                </a:solidFill>
                <a:effectLst/>
                <a:uFillTx/>
                <a:latin typeface="Century Gothic"/>
              </a:rPr>
              <a:t>Click to edit Master text styles</a:t>
            </a:r>
            <a:endParaRPr lang="en-US" sz="1120" b="0" u="none" strike="noStrike">
              <a:solidFill>
                <a:schemeClr val="lt1"/>
              </a:solidFill>
              <a:effectLst/>
              <a:uFillTx/>
              <a:latin typeface="Century Gothic"/>
            </a:endParaRPr>
          </a:p>
        </p:txBody>
      </p:sp>
      <p:sp>
        <p:nvSpPr>
          <p:cNvPr id="172" name="PlaceHolder 4"/>
          <p:cNvSpPr>
            <a:spLocks noGrp="1"/>
          </p:cNvSpPr>
          <p:nvPr>
            <p:ph type="body"/>
          </p:nvPr>
        </p:nvSpPr>
        <p:spPr>
          <a:xfrm>
            <a:off x="2330640" y="2817720"/>
            <a:ext cx="1761480" cy="819000"/>
          </a:xfrm>
          <a:prstGeom prst="rect">
            <a:avLst/>
          </a:prstGeom>
          <a:noFill/>
          <a:ln w="0">
            <a:noFill/>
          </a:ln>
        </p:spPr>
        <p:txBody>
          <a:bodyPr lIns="91440" tIns="45720" rIns="91440" bIns="45720" anchor="b">
            <a:noAutofit/>
          </a:bodyPr>
          <a:lstStyle>
            <a:lvl1pPr indent="0" algn="r" defTabSz="365760" rtl="1">
              <a:lnSpc>
                <a:spcPct val="100000"/>
              </a:lnSpc>
              <a:spcBef>
                <a:spcPts val="799"/>
              </a:spcBef>
              <a:buNone/>
              <a:tabLst>
                <a:tab pos="0" algn="l"/>
              </a:tabLst>
              <a:defRPr lang="en-US" sz="1920" b="0" u="none" strike="noStrike">
                <a:solidFill>
                  <a:schemeClr val="accent1">
                    <a:lumMod val="60000"/>
                    <a:lumOff val="40000"/>
                  </a:schemeClr>
                </a:solidFill>
                <a:effectLst/>
                <a:uFillTx/>
                <a:latin typeface="Century Gothic"/>
              </a:defRPr>
            </a:lvl1pPr>
          </a:lstStyle>
          <a:p>
            <a:pPr indent="0" algn="r" defTabSz="365760" rtl="1">
              <a:lnSpc>
                <a:spcPct val="100000"/>
              </a:lnSpc>
              <a:spcBef>
                <a:spcPts val="799"/>
              </a:spcBef>
              <a:buNone/>
              <a:tabLst>
                <a:tab pos="0" algn="l"/>
              </a:tabLst>
            </a:pPr>
            <a:r>
              <a:rPr lang="en-US" sz="1920" b="0" u="none" strike="noStrike">
                <a:solidFill>
                  <a:schemeClr val="accent1">
                    <a:lumMod val="60000"/>
                    <a:lumOff val="40000"/>
                  </a:schemeClr>
                </a:solidFill>
                <a:effectLst/>
                <a:uFillTx/>
                <a:latin typeface="Century Gothic"/>
              </a:rPr>
              <a:t>Click to edit Master text styles</a:t>
            </a:r>
            <a:endParaRPr lang="en-US" sz="1920" b="0" u="none" strike="noStrike">
              <a:solidFill>
                <a:schemeClr val="lt1"/>
              </a:solidFill>
              <a:effectLst/>
              <a:uFillTx/>
              <a:latin typeface="Century Gothic"/>
            </a:endParaRPr>
          </a:p>
        </p:txBody>
      </p:sp>
      <p:sp>
        <p:nvSpPr>
          <p:cNvPr id="173" name="PlaceHolder 5"/>
          <p:cNvSpPr>
            <a:spLocks noGrp="1"/>
          </p:cNvSpPr>
          <p:nvPr>
            <p:ph type="body"/>
          </p:nvPr>
        </p:nvSpPr>
        <p:spPr>
          <a:xfrm>
            <a:off x="2324520" y="3792960"/>
            <a:ext cx="1767960" cy="5104080"/>
          </a:xfrm>
          <a:prstGeom prst="rect">
            <a:avLst/>
          </a:prstGeom>
          <a:noFill/>
          <a:ln w="0">
            <a:noFill/>
          </a:ln>
        </p:spPr>
        <p:txBody>
          <a:bodyPr lIns="91440" tIns="45720" rIns="91440" bIns="45720" anchor="t">
            <a:normAutofit/>
          </a:bodyPr>
          <a:lstStyle>
            <a:lvl1pPr indent="0" algn="r" defTabSz="365760" rtl="1">
              <a:lnSpc>
                <a:spcPct val="100000"/>
              </a:lnSpc>
              <a:spcBef>
                <a:spcPts val="799"/>
              </a:spcBef>
              <a:buNone/>
              <a:tabLst>
                <a:tab pos="0" algn="l"/>
              </a:tabLst>
              <a:defRPr lang="en-US" sz="112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1120" b="0" u="none" strike="noStrike">
                <a:solidFill>
                  <a:schemeClr val="lt1"/>
                </a:solidFill>
                <a:effectLst/>
                <a:uFillTx/>
                <a:latin typeface="Century Gothic"/>
              </a:rPr>
              <a:t>Click to edit Master text styles</a:t>
            </a:r>
            <a:endParaRPr lang="en-US" sz="1120" b="0" u="none" strike="noStrike">
              <a:solidFill>
                <a:schemeClr val="lt1"/>
              </a:solidFill>
              <a:effectLst/>
              <a:uFillTx/>
              <a:latin typeface="Century Gothic"/>
            </a:endParaRPr>
          </a:p>
        </p:txBody>
      </p:sp>
      <p:sp>
        <p:nvSpPr>
          <p:cNvPr id="174" name="PlaceHolder 6"/>
          <p:cNvSpPr>
            <a:spLocks noGrp="1"/>
          </p:cNvSpPr>
          <p:nvPr>
            <p:ph type="body"/>
          </p:nvPr>
        </p:nvSpPr>
        <p:spPr>
          <a:xfrm>
            <a:off x="4276080" y="2817720"/>
            <a:ext cx="1758960" cy="819000"/>
          </a:xfrm>
          <a:prstGeom prst="rect">
            <a:avLst/>
          </a:prstGeom>
          <a:noFill/>
          <a:ln w="0">
            <a:noFill/>
          </a:ln>
        </p:spPr>
        <p:txBody>
          <a:bodyPr lIns="91440" tIns="45720" rIns="91440" bIns="45720" anchor="b">
            <a:noAutofit/>
          </a:bodyPr>
          <a:lstStyle>
            <a:lvl1pPr indent="0" algn="r" defTabSz="365760" rtl="1">
              <a:lnSpc>
                <a:spcPct val="100000"/>
              </a:lnSpc>
              <a:spcBef>
                <a:spcPts val="799"/>
              </a:spcBef>
              <a:buNone/>
              <a:tabLst>
                <a:tab pos="0" algn="l"/>
              </a:tabLst>
              <a:defRPr lang="en-US" sz="1920" b="0" u="none" strike="noStrike">
                <a:solidFill>
                  <a:schemeClr val="accent1">
                    <a:lumMod val="60000"/>
                    <a:lumOff val="40000"/>
                  </a:schemeClr>
                </a:solidFill>
                <a:effectLst/>
                <a:uFillTx/>
                <a:latin typeface="Century Gothic"/>
              </a:defRPr>
            </a:lvl1pPr>
          </a:lstStyle>
          <a:p>
            <a:pPr indent="0" algn="r" defTabSz="365760" rtl="1">
              <a:lnSpc>
                <a:spcPct val="100000"/>
              </a:lnSpc>
              <a:spcBef>
                <a:spcPts val="799"/>
              </a:spcBef>
              <a:buNone/>
              <a:tabLst>
                <a:tab pos="0" algn="l"/>
              </a:tabLst>
            </a:pPr>
            <a:r>
              <a:rPr lang="en-US" sz="1920" b="0" u="none" strike="noStrike">
                <a:solidFill>
                  <a:schemeClr val="accent1">
                    <a:lumMod val="60000"/>
                    <a:lumOff val="40000"/>
                  </a:schemeClr>
                </a:solidFill>
                <a:effectLst/>
                <a:uFillTx/>
                <a:latin typeface="Century Gothic"/>
              </a:rPr>
              <a:t>Click to edit Master text styles</a:t>
            </a:r>
            <a:endParaRPr lang="en-US" sz="1920" b="0" u="none" strike="noStrike">
              <a:solidFill>
                <a:schemeClr val="lt1"/>
              </a:solidFill>
              <a:effectLst/>
              <a:uFillTx/>
              <a:latin typeface="Century Gothic"/>
            </a:endParaRPr>
          </a:p>
        </p:txBody>
      </p:sp>
      <p:sp>
        <p:nvSpPr>
          <p:cNvPr id="175" name="PlaceHolder 7"/>
          <p:cNvSpPr>
            <a:spLocks noGrp="1"/>
          </p:cNvSpPr>
          <p:nvPr>
            <p:ph type="body"/>
          </p:nvPr>
        </p:nvSpPr>
        <p:spPr>
          <a:xfrm>
            <a:off x="4276080" y="3792960"/>
            <a:ext cx="1758960" cy="5104080"/>
          </a:xfrm>
          <a:prstGeom prst="rect">
            <a:avLst/>
          </a:prstGeom>
          <a:noFill/>
          <a:ln w="0">
            <a:noFill/>
          </a:ln>
        </p:spPr>
        <p:txBody>
          <a:bodyPr lIns="91440" tIns="45720" rIns="91440" bIns="45720" anchor="t">
            <a:normAutofit/>
          </a:bodyPr>
          <a:lstStyle>
            <a:lvl1pPr indent="0" algn="r" defTabSz="365760" rtl="1">
              <a:lnSpc>
                <a:spcPct val="100000"/>
              </a:lnSpc>
              <a:spcBef>
                <a:spcPts val="799"/>
              </a:spcBef>
              <a:buNone/>
              <a:tabLst>
                <a:tab pos="0" algn="l"/>
              </a:tabLst>
              <a:defRPr lang="en-US" sz="112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1120" b="0" u="none" strike="noStrike">
                <a:solidFill>
                  <a:schemeClr val="lt1"/>
                </a:solidFill>
                <a:effectLst/>
                <a:uFillTx/>
                <a:latin typeface="Century Gothic"/>
              </a:rPr>
              <a:t>Click to edit Master text styles</a:t>
            </a:r>
            <a:endParaRPr lang="en-US" sz="1120" b="0" u="none" strike="noStrike">
              <a:solidFill>
                <a:schemeClr val="lt1"/>
              </a:solidFill>
              <a:effectLst/>
              <a:uFillTx/>
              <a:latin typeface="Century Gothic"/>
            </a:endParaRPr>
          </a:p>
        </p:txBody>
      </p:sp>
      <p:cxnSp>
        <p:nvCxnSpPr>
          <p:cNvPr id="176" name="Straight Connector 16"/>
          <p:cNvCxnSpPr/>
          <p:nvPr/>
        </p:nvCxnSpPr>
        <p:spPr>
          <a:xfrm>
            <a:off x="2235960" y="3034440"/>
            <a:ext cx="720" cy="5635800"/>
          </a:xfrm>
          <a:prstGeom prst="straightConnector1">
            <a:avLst/>
          </a:prstGeom>
          <a:ln cap="rnd" w="12700">
            <a:solidFill>
              <a:schemeClr val="accent1">
                <a:alpha val="40000"/>
              </a:schemeClr>
            </a:solidFill>
            <a:round/>
          </a:ln>
        </p:spPr>
      </p:cxnSp>
      <p:cxnSp>
        <p:nvCxnSpPr>
          <p:cNvPr id="177" name="Straight Connector 17"/>
          <p:cNvCxnSpPr/>
          <p:nvPr/>
        </p:nvCxnSpPr>
        <p:spPr>
          <a:xfrm>
            <a:off x="4178160" y="3034440"/>
            <a:ext cx="720" cy="5642280"/>
          </a:xfrm>
          <a:prstGeom prst="straightConnector1">
            <a:avLst/>
          </a:prstGeom>
          <a:ln cap="rnd" w="12700">
            <a:solidFill>
              <a:schemeClr val="accent1">
                <a:alpha val="40000"/>
              </a:schemeClr>
            </a:solidFill>
            <a:round/>
          </a:ln>
        </p:spPr>
      </p:cxnSp>
      <p:sp>
        <p:nvSpPr>
          <p:cNvPr id="178" name="PlaceHolder 8"/>
          <p:cNvSpPr>
            <a:spLocks noGrp="1"/>
          </p:cNvSpPr>
          <p:nvPr>
            <p:ph type="dt" idx="43"/>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179" name="PlaceHolder 9"/>
          <p:cNvSpPr>
            <a:spLocks noGrp="1"/>
          </p:cNvSpPr>
          <p:nvPr>
            <p:ph type="ftr" idx="44"/>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180" name="PlaceHolder 10"/>
          <p:cNvSpPr>
            <a:spLocks noGrp="1"/>
          </p:cNvSpPr>
          <p:nvPr>
            <p:ph type="sldNum" idx="45"/>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CA3A37B9-9565-4C90-9C56-3FE5E34E165D}"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 Column">
    <p:bg>
      <p:bgPr>
        <a:blipFill rotWithShape="0">
          <a:blip r:embed="rId2"/>
          <a:stretch/>
        </a:blipFill>
      </p:bgPr>
    </p:bg>
    <p:spTree>
      <p:nvGrpSpPr>
        <p:cNvPr id="1" name=""/>
        <p:cNvGrpSpPr/>
        <p:nvPr/>
      </p:nvGrpSpPr>
      <p:grpSpPr>
        <a:xfrm>
          <a:off x="0" y="0"/>
          <a:ext cx="0" cy="0"/>
          <a:chOff x="0" y="0"/>
          <a:chExt cx="0" cy="0"/>
        </a:xfrm>
      </p:grpSpPr>
      <p:sp>
        <p:nvSpPr>
          <p:cNvPr id="181"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2"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3"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4"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5"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6"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7" name="PlaceHolder 1"/>
          <p:cNvSpPr>
            <a:spLocks noGrp="1"/>
          </p:cNvSpPr>
          <p:nvPr>
            <p:ph type="title"/>
          </p:nvPr>
        </p:nvSpPr>
        <p:spPr>
          <a:xfrm>
            <a:off x="387720" y="644040"/>
            <a:ext cx="5643720" cy="1991160"/>
          </a:xfrm>
          <a:prstGeom prst="rect">
            <a:avLst/>
          </a:prstGeom>
          <a:noFill/>
          <a:ln w="0">
            <a:noFill/>
          </a:ln>
        </p:spPr>
        <p:txBody>
          <a:bodyPr lIns="91440" tIns="45720" rIns="91440" bIns="45720" anchor="t">
            <a:noAutofit/>
          </a:bodyPr>
          <a:lstStyle>
            <a:lvl1pPr indent="0" algn="l" defTabSz="365760" rtl="1">
              <a:lnSpc>
                <a:spcPct val="100000"/>
              </a:lnSpc>
              <a:buNone/>
              <a:tabLst>
                <a:tab pos="0" algn="l"/>
              </a:tabLst>
              <a:defRPr lang="en-US" sz="3359"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359" b="0" u="none" strike="noStrike">
                <a:solidFill>
                  <a:schemeClr val="lt2"/>
                </a:solidFill>
                <a:effectLst/>
                <a:uFillTx/>
                <a:latin typeface="Century Gothic"/>
              </a:rPr>
              <a:t>Click to edit Master title style</a:t>
            </a:r>
            <a:endParaRPr lang="en-US" sz="3359" b="0" u="none" strike="noStrike">
              <a:solidFill>
                <a:schemeClr val="lt2"/>
              </a:solidFill>
              <a:effectLst/>
              <a:uFillTx/>
              <a:latin typeface="Century Gothic"/>
            </a:endParaRPr>
          </a:p>
        </p:txBody>
      </p:sp>
      <p:sp>
        <p:nvSpPr>
          <p:cNvPr id="188" name="PlaceHolder 2"/>
          <p:cNvSpPr>
            <a:spLocks noGrp="1"/>
          </p:cNvSpPr>
          <p:nvPr>
            <p:ph type="body"/>
          </p:nvPr>
        </p:nvSpPr>
        <p:spPr>
          <a:xfrm>
            <a:off x="391680" y="6045840"/>
            <a:ext cx="1763640" cy="819000"/>
          </a:xfrm>
          <a:prstGeom prst="rect">
            <a:avLst/>
          </a:prstGeom>
          <a:noFill/>
          <a:ln w="0">
            <a:noFill/>
          </a:ln>
        </p:spPr>
        <p:txBody>
          <a:bodyPr lIns="91440" tIns="45720" rIns="91440" bIns="45720" anchor="b">
            <a:noAutofit/>
          </a:bodyPr>
          <a:lstStyle>
            <a:lvl1pPr indent="0" algn="r" defTabSz="365760" rtl="1">
              <a:lnSpc>
                <a:spcPct val="100000"/>
              </a:lnSpc>
              <a:spcBef>
                <a:spcPts val="799"/>
              </a:spcBef>
              <a:buNone/>
              <a:tabLst>
                <a:tab pos="0" algn="l"/>
              </a:tabLst>
              <a:defRPr lang="en-US" sz="1920" b="0" u="none" strike="noStrike">
                <a:solidFill>
                  <a:schemeClr val="accent1">
                    <a:lumMod val="60000"/>
                    <a:lumOff val="40000"/>
                  </a:schemeClr>
                </a:solidFill>
                <a:effectLst/>
                <a:uFillTx/>
                <a:latin typeface="Century Gothic"/>
              </a:defRPr>
            </a:lvl1pPr>
          </a:lstStyle>
          <a:p>
            <a:pPr indent="0" algn="r" defTabSz="365760" rtl="1">
              <a:lnSpc>
                <a:spcPct val="100000"/>
              </a:lnSpc>
              <a:spcBef>
                <a:spcPts val="799"/>
              </a:spcBef>
              <a:buNone/>
              <a:tabLst>
                <a:tab pos="0" algn="l"/>
              </a:tabLst>
            </a:pPr>
            <a:r>
              <a:rPr lang="en-US" sz="1920" b="0" u="none" strike="noStrike">
                <a:solidFill>
                  <a:schemeClr val="accent1">
                    <a:lumMod val="60000"/>
                    <a:lumOff val="40000"/>
                  </a:schemeClr>
                </a:solidFill>
                <a:effectLst/>
                <a:uFillTx/>
                <a:latin typeface="Century Gothic"/>
              </a:rPr>
              <a:t>Click to edit Master text styles</a:t>
            </a:r>
            <a:endParaRPr lang="en-US" sz="1920" b="0" u="none" strike="noStrike">
              <a:solidFill>
                <a:schemeClr val="lt1"/>
              </a:solidFill>
              <a:effectLst/>
              <a:uFillTx/>
              <a:latin typeface="Century Gothic"/>
            </a:endParaRPr>
          </a:p>
        </p:txBody>
      </p:sp>
      <p:sp>
        <p:nvSpPr>
          <p:cNvPr id="189" name="PlaceHolder 3"/>
          <p:cNvSpPr>
            <a:spLocks noGrp="1"/>
          </p:cNvSpPr>
          <p:nvPr>
            <p:ph type="body"/>
          </p:nvPr>
        </p:nvSpPr>
        <p:spPr>
          <a:xfrm>
            <a:off x="391680" y="3142800"/>
            <a:ext cx="1763640" cy="2166840"/>
          </a:xfrm>
          <a:prstGeom prst="rect">
            <a:avLst/>
          </a:prstGeom>
          <a:noFill/>
          <a:ln w="0">
            <a:noFill/>
          </a:ln>
          <a:effectLst>
            <a:outerShdw dist="50760" dir="5400000" blurRad="50760" rotWithShape="0">
              <a:srgbClr val="000000">
                <a:alpha val="43000"/>
              </a:srgbClr>
            </a:outerShdw>
          </a:effectLst>
        </p:spPr>
        <p:txBody>
          <a:bodyPr lIns="90000" tIns="45000" rIns="90000" bIns="45000" anchor="t">
            <a:normAutofit/>
          </a:bodyPr>
          <a:lstStyle>
            <a:lvl1pPr indent="0" algn="ctr" defTabSz="457200" rtl="1">
              <a:lnSpc>
                <a:spcPct val="100000"/>
              </a:lnSpc>
              <a:buNone/>
              <a:tabLst>
                <a:tab pos="0" algn="l"/>
              </a:tabLst>
              <a:defRPr lang="en-US" sz="1280" b="0" u="none" strike="noStrike">
                <a:solidFill>
                  <a:schemeClr val="lt1"/>
                </a:solidFill>
                <a:effectLst/>
                <a:uFillTx/>
                <a:latin typeface="Century Gothic"/>
              </a:defRPr>
            </a:lvl1pPr>
          </a:lstStyle>
          <a:p>
            <a:pPr indent="0" algn="ctr" defTabSz="457200" rtl="1">
              <a:lnSpc>
                <a:spcPct val="100000"/>
              </a:lnSpc>
              <a:buNone/>
              <a:tabLst>
                <a:tab pos="0" algn="l"/>
              </a:tabLst>
            </a:pPr>
            <a:r>
              <a:rPr lang="en-US" sz="1280" b="0" u="none" strike="noStrike">
                <a:solidFill>
                  <a:schemeClr val="lt1"/>
                </a:solidFill>
                <a:effectLst/>
                <a:uFillTx/>
                <a:latin typeface="Century Gothic"/>
              </a:rPr>
              <a:t>Click icon to add picture</a:t>
            </a:r>
            <a:endParaRPr lang="en-US" sz="1280" b="0" u="none" strike="noStrike">
              <a:solidFill>
                <a:schemeClr val="lt1"/>
              </a:solidFill>
              <a:effectLst/>
              <a:uFillTx/>
              <a:latin typeface="Century Gothic"/>
            </a:endParaRPr>
          </a:p>
        </p:txBody>
      </p:sp>
      <p:sp>
        <p:nvSpPr>
          <p:cNvPr id="190" name="PlaceHolder 4"/>
          <p:cNvSpPr>
            <a:spLocks noGrp="1"/>
          </p:cNvSpPr>
          <p:nvPr>
            <p:ph type="body"/>
          </p:nvPr>
        </p:nvSpPr>
        <p:spPr>
          <a:xfrm>
            <a:off x="391680" y="6865200"/>
            <a:ext cx="1763640" cy="936720"/>
          </a:xfrm>
          <a:prstGeom prst="rect">
            <a:avLst/>
          </a:prstGeom>
          <a:noFill/>
          <a:ln w="0">
            <a:noFill/>
          </a:ln>
        </p:spPr>
        <p:txBody>
          <a:bodyPr lIns="91440" tIns="45720" rIns="91440" bIns="45720" anchor="t">
            <a:normAutofit/>
          </a:bodyPr>
          <a:lstStyle>
            <a:lvl1pPr indent="0" algn="r" defTabSz="365760" rtl="1">
              <a:lnSpc>
                <a:spcPct val="100000"/>
              </a:lnSpc>
              <a:spcBef>
                <a:spcPts val="799"/>
              </a:spcBef>
              <a:buNone/>
              <a:tabLst>
                <a:tab pos="0" algn="l"/>
              </a:tabLst>
              <a:defRPr lang="en-US" sz="112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1120" b="0" u="none" strike="noStrike">
                <a:solidFill>
                  <a:schemeClr val="lt1"/>
                </a:solidFill>
                <a:effectLst/>
                <a:uFillTx/>
                <a:latin typeface="Century Gothic"/>
              </a:rPr>
              <a:t>Click to edit Master text styles</a:t>
            </a:r>
            <a:endParaRPr lang="en-US" sz="1120" b="0" u="none" strike="noStrike">
              <a:solidFill>
                <a:schemeClr val="lt1"/>
              </a:solidFill>
              <a:effectLst/>
              <a:uFillTx/>
              <a:latin typeface="Century Gothic"/>
            </a:endParaRPr>
          </a:p>
        </p:txBody>
      </p:sp>
      <p:sp>
        <p:nvSpPr>
          <p:cNvPr id="191" name="PlaceHolder 5"/>
          <p:cNvSpPr>
            <a:spLocks noGrp="1"/>
          </p:cNvSpPr>
          <p:nvPr>
            <p:ph type="body"/>
          </p:nvPr>
        </p:nvSpPr>
        <p:spPr>
          <a:xfrm>
            <a:off x="2334240" y="6045840"/>
            <a:ext cx="1757880" cy="819000"/>
          </a:xfrm>
          <a:prstGeom prst="rect">
            <a:avLst/>
          </a:prstGeom>
          <a:noFill/>
          <a:ln w="0">
            <a:noFill/>
          </a:ln>
        </p:spPr>
        <p:txBody>
          <a:bodyPr lIns="91440" tIns="45720" rIns="91440" bIns="45720" anchor="b">
            <a:noAutofit/>
          </a:bodyPr>
          <a:lstStyle>
            <a:lvl1pPr indent="0" algn="r" defTabSz="365760" rtl="1">
              <a:lnSpc>
                <a:spcPct val="100000"/>
              </a:lnSpc>
              <a:spcBef>
                <a:spcPts val="799"/>
              </a:spcBef>
              <a:buNone/>
              <a:tabLst>
                <a:tab pos="0" algn="l"/>
              </a:tabLst>
              <a:defRPr lang="en-US" sz="1920" b="0" u="none" strike="noStrike">
                <a:solidFill>
                  <a:schemeClr val="accent1">
                    <a:lumMod val="60000"/>
                    <a:lumOff val="40000"/>
                  </a:schemeClr>
                </a:solidFill>
                <a:effectLst/>
                <a:uFillTx/>
                <a:latin typeface="Century Gothic"/>
              </a:defRPr>
            </a:lvl1pPr>
          </a:lstStyle>
          <a:p>
            <a:pPr indent="0" algn="r" defTabSz="365760" rtl="1">
              <a:lnSpc>
                <a:spcPct val="100000"/>
              </a:lnSpc>
              <a:spcBef>
                <a:spcPts val="799"/>
              </a:spcBef>
              <a:buNone/>
              <a:tabLst>
                <a:tab pos="0" algn="l"/>
              </a:tabLst>
            </a:pPr>
            <a:r>
              <a:rPr lang="en-US" sz="1920" b="0" u="none" strike="noStrike">
                <a:solidFill>
                  <a:schemeClr val="accent1">
                    <a:lumMod val="60000"/>
                    <a:lumOff val="40000"/>
                  </a:schemeClr>
                </a:solidFill>
                <a:effectLst/>
                <a:uFillTx/>
                <a:latin typeface="Century Gothic"/>
              </a:rPr>
              <a:t>Click to edit Master text styles</a:t>
            </a:r>
            <a:endParaRPr lang="en-US" sz="1920" b="0" u="none" strike="noStrike">
              <a:solidFill>
                <a:schemeClr val="lt1"/>
              </a:solidFill>
              <a:effectLst/>
              <a:uFillTx/>
              <a:latin typeface="Century Gothic"/>
            </a:endParaRPr>
          </a:p>
        </p:txBody>
      </p:sp>
      <p:sp>
        <p:nvSpPr>
          <p:cNvPr id="192" name="PlaceHolder 6"/>
          <p:cNvSpPr>
            <a:spLocks noGrp="1"/>
          </p:cNvSpPr>
          <p:nvPr>
            <p:ph type="body"/>
          </p:nvPr>
        </p:nvSpPr>
        <p:spPr>
          <a:xfrm>
            <a:off x="2334240" y="3142800"/>
            <a:ext cx="1757880" cy="2166840"/>
          </a:xfrm>
          <a:prstGeom prst="rect">
            <a:avLst/>
          </a:prstGeom>
          <a:noFill/>
          <a:ln w="0">
            <a:noFill/>
          </a:ln>
          <a:effectLst>
            <a:outerShdw dist="50760" dir="5400000" blurRad="50760" rotWithShape="0">
              <a:srgbClr val="000000">
                <a:alpha val="43000"/>
              </a:srgbClr>
            </a:outerShdw>
          </a:effectLst>
        </p:spPr>
        <p:txBody>
          <a:bodyPr lIns="90000" tIns="45000" rIns="90000" bIns="45000" anchor="t">
            <a:normAutofit/>
          </a:bodyPr>
          <a:lstStyle>
            <a:lvl1pPr indent="0" algn="ctr" defTabSz="457200" rtl="1">
              <a:lnSpc>
                <a:spcPct val="100000"/>
              </a:lnSpc>
              <a:buNone/>
              <a:tabLst>
                <a:tab pos="0" algn="l"/>
              </a:tabLst>
              <a:defRPr lang="en-US" sz="1280" b="0" u="none" strike="noStrike">
                <a:solidFill>
                  <a:schemeClr val="lt1"/>
                </a:solidFill>
                <a:effectLst/>
                <a:uFillTx/>
                <a:latin typeface="Century Gothic"/>
              </a:defRPr>
            </a:lvl1pPr>
          </a:lstStyle>
          <a:p>
            <a:pPr indent="0" algn="ctr" defTabSz="457200" rtl="1">
              <a:lnSpc>
                <a:spcPct val="100000"/>
              </a:lnSpc>
              <a:buNone/>
              <a:tabLst>
                <a:tab pos="0" algn="l"/>
              </a:tabLst>
            </a:pPr>
            <a:r>
              <a:rPr lang="en-US" sz="1280" b="0" u="none" strike="noStrike">
                <a:solidFill>
                  <a:schemeClr val="lt1"/>
                </a:solidFill>
                <a:effectLst/>
                <a:uFillTx/>
                <a:latin typeface="Century Gothic"/>
              </a:rPr>
              <a:t>Click icon to add picture</a:t>
            </a:r>
            <a:endParaRPr lang="en-US" sz="1280" b="0" u="none" strike="noStrike">
              <a:solidFill>
                <a:schemeClr val="lt1"/>
              </a:solidFill>
              <a:effectLst/>
              <a:uFillTx/>
              <a:latin typeface="Century Gothic"/>
            </a:endParaRPr>
          </a:p>
        </p:txBody>
      </p:sp>
      <p:sp>
        <p:nvSpPr>
          <p:cNvPr id="193" name="PlaceHolder 7"/>
          <p:cNvSpPr>
            <a:spLocks noGrp="1"/>
          </p:cNvSpPr>
          <p:nvPr>
            <p:ph type="body"/>
          </p:nvPr>
        </p:nvSpPr>
        <p:spPr>
          <a:xfrm>
            <a:off x="2333520" y="6865200"/>
            <a:ext cx="1760400" cy="936720"/>
          </a:xfrm>
          <a:prstGeom prst="rect">
            <a:avLst/>
          </a:prstGeom>
          <a:noFill/>
          <a:ln w="0">
            <a:noFill/>
          </a:ln>
        </p:spPr>
        <p:txBody>
          <a:bodyPr lIns="91440" tIns="45720" rIns="91440" bIns="45720" anchor="t">
            <a:normAutofit/>
          </a:bodyPr>
          <a:lstStyle>
            <a:lvl1pPr indent="0" algn="r" defTabSz="365760" rtl="1">
              <a:lnSpc>
                <a:spcPct val="100000"/>
              </a:lnSpc>
              <a:spcBef>
                <a:spcPts val="799"/>
              </a:spcBef>
              <a:buNone/>
              <a:tabLst>
                <a:tab pos="0" algn="l"/>
              </a:tabLst>
              <a:defRPr lang="en-US" sz="112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1120" b="0" u="none" strike="noStrike">
                <a:solidFill>
                  <a:schemeClr val="lt1"/>
                </a:solidFill>
                <a:effectLst/>
                <a:uFillTx/>
                <a:latin typeface="Century Gothic"/>
              </a:rPr>
              <a:t>Click to edit Master text styles</a:t>
            </a:r>
            <a:endParaRPr lang="en-US" sz="1120" b="0" u="none" strike="noStrike">
              <a:solidFill>
                <a:schemeClr val="lt1"/>
              </a:solidFill>
              <a:effectLst/>
              <a:uFillTx/>
              <a:latin typeface="Century Gothic"/>
            </a:endParaRPr>
          </a:p>
        </p:txBody>
      </p:sp>
      <p:sp>
        <p:nvSpPr>
          <p:cNvPr id="194" name="PlaceHolder 8"/>
          <p:cNvSpPr>
            <a:spLocks noGrp="1"/>
          </p:cNvSpPr>
          <p:nvPr>
            <p:ph type="body"/>
          </p:nvPr>
        </p:nvSpPr>
        <p:spPr>
          <a:xfrm>
            <a:off x="4276080" y="6045840"/>
            <a:ext cx="1758960" cy="819000"/>
          </a:xfrm>
          <a:prstGeom prst="rect">
            <a:avLst/>
          </a:prstGeom>
          <a:noFill/>
          <a:ln w="0">
            <a:noFill/>
          </a:ln>
        </p:spPr>
        <p:txBody>
          <a:bodyPr lIns="91440" tIns="45720" rIns="91440" bIns="45720" anchor="b">
            <a:noAutofit/>
          </a:bodyPr>
          <a:lstStyle>
            <a:lvl1pPr indent="0" algn="r" defTabSz="365760" rtl="1">
              <a:lnSpc>
                <a:spcPct val="100000"/>
              </a:lnSpc>
              <a:spcBef>
                <a:spcPts val="799"/>
              </a:spcBef>
              <a:buNone/>
              <a:tabLst>
                <a:tab pos="0" algn="l"/>
              </a:tabLst>
              <a:defRPr lang="en-US" sz="1920" b="0" u="none" strike="noStrike">
                <a:solidFill>
                  <a:schemeClr val="accent1">
                    <a:lumMod val="60000"/>
                    <a:lumOff val="40000"/>
                  </a:schemeClr>
                </a:solidFill>
                <a:effectLst/>
                <a:uFillTx/>
                <a:latin typeface="Century Gothic"/>
              </a:defRPr>
            </a:lvl1pPr>
          </a:lstStyle>
          <a:p>
            <a:pPr indent="0" algn="r" defTabSz="365760" rtl="1">
              <a:lnSpc>
                <a:spcPct val="100000"/>
              </a:lnSpc>
              <a:spcBef>
                <a:spcPts val="799"/>
              </a:spcBef>
              <a:buNone/>
              <a:tabLst>
                <a:tab pos="0" algn="l"/>
              </a:tabLst>
            </a:pPr>
            <a:r>
              <a:rPr lang="en-US" sz="1920" b="0" u="none" strike="noStrike">
                <a:solidFill>
                  <a:schemeClr val="accent1">
                    <a:lumMod val="60000"/>
                    <a:lumOff val="40000"/>
                  </a:schemeClr>
                </a:solidFill>
                <a:effectLst/>
                <a:uFillTx/>
                <a:latin typeface="Century Gothic"/>
              </a:rPr>
              <a:t>Click to edit Master text styles</a:t>
            </a:r>
            <a:endParaRPr lang="en-US" sz="1920" b="0" u="none" strike="noStrike">
              <a:solidFill>
                <a:schemeClr val="lt1"/>
              </a:solidFill>
              <a:effectLst/>
              <a:uFillTx/>
              <a:latin typeface="Century Gothic"/>
            </a:endParaRPr>
          </a:p>
        </p:txBody>
      </p:sp>
      <p:sp>
        <p:nvSpPr>
          <p:cNvPr id="195" name="PlaceHolder 9"/>
          <p:cNvSpPr>
            <a:spLocks noGrp="1"/>
          </p:cNvSpPr>
          <p:nvPr>
            <p:ph type="body"/>
          </p:nvPr>
        </p:nvSpPr>
        <p:spPr>
          <a:xfrm>
            <a:off x="4276080" y="3142800"/>
            <a:ext cx="1758960" cy="2166840"/>
          </a:xfrm>
          <a:prstGeom prst="rect">
            <a:avLst/>
          </a:prstGeom>
          <a:noFill/>
          <a:ln w="0">
            <a:noFill/>
          </a:ln>
          <a:effectLst>
            <a:outerShdw dist="50760" dir="5400000" blurRad="50760" rotWithShape="0">
              <a:srgbClr val="000000">
                <a:alpha val="43000"/>
              </a:srgbClr>
            </a:outerShdw>
          </a:effectLst>
        </p:spPr>
        <p:txBody>
          <a:bodyPr lIns="90000" tIns="45000" rIns="90000" bIns="45000" anchor="t">
            <a:normAutofit/>
          </a:bodyPr>
          <a:lstStyle>
            <a:lvl1pPr indent="0" algn="ctr" defTabSz="457200" rtl="1">
              <a:lnSpc>
                <a:spcPct val="100000"/>
              </a:lnSpc>
              <a:buNone/>
              <a:tabLst>
                <a:tab pos="0" algn="l"/>
              </a:tabLst>
              <a:defRPr lang="en-US" sz="1280" b="0" u="none" strike="noStrike">
                <a:solidFill>
                  <a:schemeClr val="lt1"/>
                </a:solidFill>
                <a:effectLst/>
                <a:uFillTx/>
                <a:latin typeface="Century Gothic"/>
              </a:defRPr>
            </a:lvl1pPr>
          </a:lstStyle>
          <a:p>
            <a:pPr indent="0" algn="ctr" defTabSz="457200" rtl="1">
              <a:lnSpc>
                <a:spcPct val="100000"/>
              </a:lnSpc>
              <a:buNone/>
              <a:tabLst>
                <a:tab pos="0" algn="l"/>
              </a:tabLst>
            </a:pPr>
            <a:r>
              <a:rPr lang="en-US" sz="1280" b="0" u="none" strike="noStrike">
                <a:solidFill>
                  <a:schemeClr val="lt1"/>
                </a:solidFill>
                <a:effectLst/>
                <a:uFillTx/>
                <a:latin typeface="Century Gothic"/>
              </a:rPr>
              <a:t>Click icon to add picture</a:t>
            </a:r>
            <a:endParaRPr lang="en-US" sz="1280" b="0" u="none" strike="noStrike">
              <a:solidFill>
                <a:schemeClr val="lt1"/>
              </a:solidFill>
              <a:effectLst/>
              <a:uFillTx/>
              <a:latin typeface="Century Gothic"/>
            </a:endParaRPr>
          </a:p>
        </p:txBody>
      </p:sp>
      <p:sp>
        <p:nvSpPr>
          <p:cNvPr id="196" name="PlaceHolder 10"/>
          <p:cNvSpPr>
            <a:spLocks noGrp="1"/>
          </p:cNvSpPr>
          <p:nvPr>
            <p:ph type="body"/>
          </p:nvPr>
        </p:nvSpPr>
        <p:spPr>
          <a:xfrm>
            <a:off x="4275720" y="6865200"/>
            <a:ext cx="1761480" cy="936720"/>
          </a:xfrm>
          <a:prstGeom prst="rect">
            <a:avLst/>
          </a:prstGeom>
          <a:noFill/>
          <a:ln w="0">
            <a:noFill/>
          </a:ln>
        </p:spPr>
        <p:txBody>
          <a:bodyPr lIns="91440" tIns="45720" rIns="91440" bIns="45720" anchor="t">
            <a:normAutofit/>
          </a:bodyPr>
          <a:lstStyle>
            <a:lvl1pPr indent="0" algn="r" defTabSz="365760" rtl="1">
              <a:lnSpc>
                <a:spcPct val="100000"/>
              </a:lnSpc>
              <a:spcBef>
                <a:spcPts val="799"/>
              </a:spcBef>
              <a:buNone/>
              <a:tabLst>
                <a:tab pos="0" algn="l"/>
              </a:tabLst>
              <a:defRPr lang="en-US" sz="1120" b="0" u="none" strike="noStrike">
                <a:solidFill>
                  <a:schemeClr val="lt1"/>
                </a:solidFill>
                <a:effectLst/>
                <a:uFillTx/>
                <a:latin typeface="Century Gothic"/>
              </a:defRPr>
            </a:lvl1pPr>
          </a:lstStyle>
          <a:p>
            <a:pPr indent="0" algn="r" defTabSz="365760" rtl="1">
              <a:lnSpc>
                <a:spcPct val="100000"/>
              </a:lnSpc>
              <a:spcBef>
                <a:spcPts val="799"/>
              </a:spcBef>
              <a:buNone/>
              <a:tabLst>
                <a:tab pos="0" algn="l"/>
              </a:tabLst>
            </a:pPr>
            <a:r>
              <a:rPr lang="en-US" sz="1120" b="0" u="none" strike="noStrike">
                <a:solidFill>
                  <a:schemeClr val="lt1"/>
                </a:solidFill>
                <a:effectLst/>
                <a:uFillTx/>
                <a:latin typeface="Century Gothic"/>
              </a:rPr>
              <a:t>Click to edit Master text styles</a:t>
            </a:r>
            <a:endParaRPr lang="en-US" sz="1120" b="0" u="none" strike="noStrike">
              <a:solidFill>
                <a:schemeClr val="lt1"/>
              </a:solidFill>
              <a:effectLst/>
              <a:uFillTx/>
              <a:latin typeface="Century Gothic"/>
            </a:endParaRPr>
          </a:p>
        </p:txBody>
      </p:sp>
      <p:cxnSp>
        <p:nvCxnSpPr>
          <p:cNvPr id="197" name="Straight Connector 16"/>
          <p:cNvCxnSpPr/>
          <p:nvPr/>
        </p:nvCxnSpPr>
        <p:spPr>
          <a:xfrm>
            <a:off x="2235960" y="3034440"/>
            <a:ext cx="720" cy="5635800"/>
          </a:xfrm>
          <a:prstGeom prst="straightConnector1">
            <a:avLst/>
          </a:prstGeom>
          <a:ln cap="rnd" w="12700">
            <a:solidFill>
              <a:schemeClr val="accent1">
                <a:alpha val="40000"/>
              </a:schemeClr>
            </a:solidFill>
            <a:round/>
          </a:ln>
        </p:spPr>
      </p:cxnSp>
      <p:cxnSp>
        <p:nvCxnSpPr>
          <p:cNvPr id="198" name="Straight Connector 17"/>
          <p:cNvCxnSpPr/>
          <p:nvPr/>
        </p:nvCxnSpPr>
        <p:spPr>
          <a:xfrm>
            <a:off x="4178160" y="3034440"/>
            <a:ext cx="720" cy="5642280"/>
          </a:xfrm>
          <a:prstGeom prst="straightConnector1">
            <a:avLst/>
          </a:prstGeom>
          <a:ln cap="rnd" w="12700">
            <a:solidFill>
              <a:schemeClr val="accent1">
                <a:alpha val="40000"/>
              </a:schemeClr>
            </a:solidFill>
            <a:round/>
          </a:ln>
        </p:spPr>
      </p:cxnSp>
      <p:sp>
        <p:nvSpPr>
          <p:cNvPr id="199" name="PlaceHolder 11"/>
          <p:cNvSpPr>
            <a:spLocks noGrp="1"/>
          </p:cNvSpPr>
          <p:nvPr>
            <p:ph type="dt" idx="46"/>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200" name="PlaceHolder 12"/>
          <p:cNvSpPr>
            <a:spLocks noGrp="1"/>
          </p:cNvSpPr>
          <p:nvPr>
            <p:ph type="ftr" idx="47"/>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201" name="PlaceHolder 13"/>
          <p:cNvSpPr>
            <a:spLocks noGrp="1"/>
          </p:cNvSpPr>
          <p:nvPr>
            <p:ph type="sldNum" idx="48"/>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E4B40B91-105D-4F05-AA3F-7A03B16539B5}"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stretch/>
        </a:blipFill>
      </p:bgPr>
    </p:bg>
    <p:spTree>
      <p:nvGrpSpPr>
        <p:cNvPr id="1" name=""/>
        <p:cNvGrpSpPr/>
        <p:nvPr/>
      </p:nvGrpSpPr>
      <p:grpSpPr>
        <a:xfrm>
          <a:off x="0" y="0"/>
          <a:ext cx="0" cy="0"/>
          <a:chOff x="0" y="0"/>
          <a:chExt cx="0" cy="0"/>
        </a:xfrm>
      </p:grpSpPr>
      <p:sp>
        <p:nvSpPr>
          <p:cNvPr id="202" name="Oval 21"/>
          <p:cNvSpPr/>
          <p:nvPr/>
        </p:nvSpPr>
        <p:spPr>
          <a:xfrm>
            <a:off x="5039640" y="2384280"/>
            <a:ext cx="2254680" cy="4008960"/>
          </a:xfrm>
          <a:prstGeom prst="ellipse">
            <a:avLst/>
          </a:prstGeom>
          <a:gradFill rotWithShape="0">
            <a:gsLst>
              <a:gs pos="0">
                <a:srgbClr val="9B6BF2">
                  <a:alpha val="7000"/>
                </a:srgbClr>
              </a:gs>
              <a:gs pos="36000">
                <a:srgbClr val="9B6BF2">
                  <a:alpha val="6000"/>
                </a:srgbClr>
              </a:gs>
              <a:gs pos="69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3" name="Oval 22"/>
          <p:cNvSpPr/>
          <p:nvPr/>
        </p:nvSpPr>
        <p:spPr>
          <a:xfrm>
            <a:off x="4551840" y="-650160"/>
            <a:ext cx="1279440" cy="2275200"/>
          </a:xfrm>
          <a:prstGeom prst="ellipse">
            <a:avLst/>
          </a:prstGeom>
          <a:gradFill rotWithShape="0">
            <a:gsLst>
              <a:gs pos="0">
                <a:srgbClr val="9B6BF2">
                  <a:alpha val="14000"/>
                </a:srgbClr>
              </a:gs>
              <a:gs pos="36000">
                <a:srgbClr val="9B6BF2">
                  <a:alpha val="7000"/>
                </a:srgbClr>
              </a:gs>
              <a:gs pos="73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4" name="Oval 23"/>
          <p:cNvSpPr/>
          <p:nvPr/>
        </p:nvSpPr>
        <p:spPr>
          <a:xfrm>
            <a:off x="5039640" y="8669880"/>
            <a:ext cx="791640" cy="1407960"/>
          </a:xfrm>
          <a:prstGeom prst="ellipse">
            <a:avLst/>
          </a:prstGeom>
          <a:gradFill rotWithShape="0">
            <a:gsLst>
              <a:gs pos="0">
                <a:srgbClr val="9B6BF2">
                  <a:alpha val="14000"/>
                </a:srgbClr>
              </a:gs>
              <a:gs pos="36000">
                <a:srgbClr val="9B6BF2">
                  <a:alpha val="7000"/>
                </a:srgbClr>
              </a:gs>
              <a:gs pos="66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5" name="Oval 19"/>
          <p:cNvSpPr/>
          <p:nvPr/>
        </p:nvSpPr>
        <p:spPr>
          <a:xfrm>
            <a:off x="-123120" y="3792960"/>
            <a:ext cx="3351960" cy="5959800"/>
          </a:xfrm>
          <a:prstGeom prst="ellipse">
            <a:avLst/>
          </a:prstGeom>
          <a:gradFill rotWithShape="0">
            <a:gsLst>
              <a:gs pos="0">
                <a:srgbClr val="9B6BF2">
                  <a:alpha val="11000"/>
                </a:srgbClr>
              </a:gs>
              <a:gs pos="36000">
                <a:srgbClr val="9B6BF2">
                  <a:alpha val="10000"/>
                </a:srgbClr>
              </a:gs>
              <a:gs pos="75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Oval 20"/>
          <p:cNvSpPr/>
          <p:nvPr/>
        </p:nvSpPr>
        <p:spPr>
          <a:xfrm>
            <a:off x="-671760" y="4118040"/>
            <a:ext cx="1888920" cy="3358800"/>
          </a:xfrm>
          <a:prstGeom prst="ellipse">
            <a:avLst/>
          </a:prstGeom>
          <a:gradFill rotWithShape="0">
            <a:gsLst>
              <a:gs pos="0">
                <a:srgbClr val="9B6BF2">
                  <a:alpha val="8000"/>
                </a:srgbClr>
              </a:gs>
              <a:gs pos="36000">
                <a:srgbClr val="9B6BF2">
                  <a:alpha val="8000"/>
                </a:srgbClr>
              </a:gs>
              <a:gs pos="72000">
                <a:srgbClr val="9B6BF2">
                  <a:alpha val="0"/>
                </a:srgbClr>
              </a:gs>
            </a:gsLst>
            <a:path path="circle">
              <a:fillToRect l="50000" t="50000" r="50000" b="50000"/>
            </a:path>
          </a:gra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7" name="Rectangle 18"/>
          <p:cNvSpPr/>
          <p:nvPr/>
        </p:nvSpPr>
        <p:spPr>
          <a:xfrm>
            <a:off x="6196680" y="0"/>
            <a:ext cx="547920" cy="1563120"/>
          </a:xfrm>
          <a:prstGeom prst="rect">
            <a:avLst/>
          </a:prstGeom>
          <a:solidFill>
            <a:schemeClr val="accent1"/>
          </a:solidFill>
          <a:ln>
            <a:noFill/>
          </a:ln>
          <a:effectLst>
            <a:outerShdw blurRad="38160" dir="5400000" dist="2556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8" name="PlaceHolder 1"/>
          <p:cNvSpPr>
            <a:spLocks noGrp="1"/>
          </p:cNvSpPr>
          <p:nvPr>
            <p:ph type="title"/>
          </p:nvPr>
        </p:nvSpPr>
        <p:spPr>
          <a:xfrm>
            <a:off x="387720" y="644040"/>
            <a:ext cx="5643720" cy="1991160"/>
          </a:xfrm>
          <a:prstGeom prst="rect">
            <a:avLst/>
          </a:prstGeom>
          <a:noFill/>
          <a:ln w="0">
            <a:noFill/>
          </a:ln>
        </p:spPr>
        <p:txBody>
          <a:bodyPr lIns="91440" tIns="45720" rIns="91440" bIns="45720" anchor="t">
            <a:noAutofit/>
          </a:bodyPr>
          <a:lstStyle>
            <a:lvl1pPr indent="0" algn="l" defTabSz="365760" rtl="1">
              <a:lnSpc>
                <a:spcPct val="100000"/>
              </a:lnSpc>
              <a:buNone/>
              <a:tabLst>
                <a:tab pos="0" algn="l"/>
              </a:tabLst>
              <a:defRPr lang="en-US" sz="3359" b="0" u="none" strike="noStrike">
                <a:solidFill>
                  <a:schemeClr val="lt2"/>
                </a:solidFill>
                <a:effectLst/>
                <a:uFillTx/>
                <a:latin typeface="Century Gothic"/>
              </a:defRPr>
            </a:lvl1pPr>
          </a:lstStyle>
          <a:p>
            <a:pPr indent="0" algn="l" defTabSz="365760" rtl="1">
              <a:lnSpc>
                <a:spcPct val="100000"/>
              </a:lnSpc>
              <a:buNone/>
              <a:tabLst>
                <a:tab pos="0" algn="l"/>
              </a:tabLst>
            </a:pPr>
            <a:r>
              <a:rPr lang="en-US" sz="3359" b="0" u="none" strike="noStrike">
                <a:solidFill>
                  <a:schemeClr val="lt2"/>
                </a:solidFill>
                <a:effectLst/>
                <a:uFillTx/>
                <a:latin typeface="Century Gothic"/>
              </a:rPr>
              <a:t>Click to edit Master title style</a:t>
            </a:r>
            <a:endParaRPr lang="en-US" sz="3359" b="0" u="none" strike="noStrike">
              <a:solidFill>
                <a:schemeClr val="lt2"/>
              </a:solidFill>
              <a:effectLst/>
              <a:uFillTx/>
              <a:latin typeface="Century Gothic"/>
            </a:endParaRPr>
          </a:p>
        </p:txBody>
      </p:sp>
      <p:sp>
        <p:nvSpPr>
          <p:cNvPr id="209" name="PlaceHolder 2"/>
          <p:cNvSpPr>
            <a:spLocks noGrp="1"/>
          </p:cNvSpPr>
          <p:nvPr>
            <p:ph type="body"/>
          </p:nvPr>
        </p:nvSpPr>
        <p:spPr>
          <a:xfrm>
            <a:off x="662040" y="2919600"/>
            <a:ext cx="5368680" cy="5966280"/>
          </a:xfrm>
          <a:prstGeom prst="rect">
            <a:avLst/>
          </a:prstGeom>
          <a:noFill/>
          <a:ln w="0">
            <a:noFill/>
          </a:ln>
        </p:spPr>
        <p:txBody>
          <a:bodyPr lIns="91440" tIns="45720" rIns="91440" bIns="45720" anchor="t" vert="eaVert">
            <a:noAutofit/>
          </a:bodyPr>
          <a:lstStyle>
            <a:lvl1pPr algn="r" defTabSz="365760" rtl="1">
              <a:lnSpc>
                <a:spcPct val="100000"/>
              </a:lnSpc>
              <a:spcBef>
                <a:spcPts val="799"/>
              </a:spcBef>
              <a:buClr>
                <a:srgbClr val="EF53A5"/>
              </a:buClr>
              <a:buSzPct val="80000"/>
              <a:buFont typeface="Wingdings 3" charset="2"/>
              <a:buChar char=""/>
              <a:defRPr lang="en-US" sz="1600" b="0" u="none" strike="noStrike">
                <a:solidFill>
                  <a:schemeClr val="lt1"/>
                </a:solidFill>
                <a:effectLst/>
                <a:uFillTx/>
                <a:latin typeface="Century Gothic"/>
              </a:defRPr>
            </a:lvl1pPr>
            <a:lvl2pPr lvl="1" algn="r" defTabSz="365760" rtl="1">
              <a:lnSpc>
                <a:spcPct val="100000"/>
              </a:lnSpc>
              <a:spcBef>
                <a:spcPts val="799"/>
              </a:spcBef>
              <a:buClr>
                <a:srgbClr val="EF53A5"/>
              </a:buClr>
              <a:buSzPct val="80000"/>
              <a:buFont typeface="Wingdings 3" charset="2"/>
              <a:buChar char=""/>
              <a:defRPr lang="en-US" sz="1440" b="0" u="none" strike="noStrike">
                <a:solidFill>
                  <a:schemeClr val="lt1"/>
                </a:solidFill>
                <a:effectLst/>
                <a:uFillTx/>
                <a:latin typeface="Century Gothic"/>
              </a:defRPr>
            </a:lvl2pPr>
            <a:lvl3pPr lvl="2" algn="r" defTabSz="365760" rtl="1">
              <a:lnSpc>
                <a:spcPct val="100000"/>
              </a:lnSpc>
              <a:spcBef>
                <a:spcPts val="799"/>
              </a:spcBef>
              <a:buClr>
                <a:srgbClr val="EF53A5"/>
              </a:buClr>
              <a:buSzPct val="80000"/>
              <a:buFont typeface="Wingdings 3" charset="2"/>
              <a:buChar char=""/>
              <a:defRPr lang="en-US" sz="1280" b="0" u="none" strike="noStrike">
                <a:solidFill>
                  <a:schemeClr val="lt1"/>
                </a:solidFill>
                <a:effectLst/>
                <a:uFillTx/>
                <a:latin typeface="Century Gothic"/>
              </a:defRPr>
            </a:lvl3pPr>
            <a:lvl4pPr lvl="3" algn="r" defTabSz="365760" rtl="1">
              <a:lnSpc>
                <a:spcPct val="100000"/>
              </a:lnSpc>
              <a:spcBef>
                <a:spcPts val="799"/>
              </a:spcBef>
              <a:buClr>
                <a:srgbClr val="EF53A5"/>
              </a:buClr>
              <a:buSzPct val="80000"/>
              <a:buFont typeface="Wingdings 3" charset="2"/>
              <a:buChar char=""/>
              <a:defRPr lang="en-US" sz="1120" b="0" u="none" strike="noStrike">
                <a:solidFill>
                  <a:schemeClr val="lt1"/>
                </a:solidFill>
                <a:effectLst/>
                <a:uFillTx/>
                <a:latin typeface="Century Gothic"/>
              </a:defRPr>
            </a:lvl4pPr>
            <a:lvl5pPr lvl="4" algn="r" defTabSz="365760" rtl="1">
              <a:lnSpc>
                <a:spcPct val="100000"/>
              </a:lnSpc>
              <a:spcBef>
                <a:spcPts val="799"/>
              </a:spcBef>
              <a:buClr>
                <a:srgbClr val="EF53A5"/>
              </a:buClr>
              <a:buSzPct val="80000"/>
              <a:buFont typeface="Wingdings 3" charset="2"/>
              <a:buChar char=""/>
              <a:defRPr lang="en-US" sz="1120" b="0" u="none" strike="noStrike">
                <a:solidFill>
                  <a:schemeClr val="lt1"/>
                </a:solidFill>
                <a:effectLst/>
                <a:uFillTx/>
                <a:latin typeface="Century Gothic"/>
              </a:defRPr>
            </a:lvl5pPr>
          </a:lstStyle>
          <a:p>
            <a:pPr marL="274320" indent="-274320" algn="r" defTabSz="365760" rtl="1">
              <a:lnSpc>
                <a:spcPct val="100000"/>
              </a:lnSpc>
              <a:spcBef>
                <a:spcPts val="799"/>
              </a:spcBef>
              <a:buClr>
                <a:srgbClr val="EF53A5"/>
              </a:buClr>
              <a:buSzPct val="80000"/>
              <a:buFont typeface="Wingdings 3" charset="2"/>
              <a:buChar char=""/>
            </a:pPr>
            <a:r>
              <a:rPr lang="en-US" sz="1600" b="0" u="none" strike="noStrike">
                <a:solidFill>
                  <a:schemeClr val="lt1"/>
                </a:solidFill>
                <a:effectLst/>
                <a:uFillTx/>
                <a:latin typeface="Century Gothic"/>
              </a:rPr>
              <a:t>Click to edit Master text styles</a:t>
            </a:r>
            <a:endParaRPr lang="en-US" sz="1600" b="0" u="none" strike="noStrike">
              <a:solidFill>
                <a:schemeClr val="lt1"/>
              </a:solidFill>
              <a:effectLst/>
              <a:uFillTx/>
              <a:latin typeface="Century Gothic"/>
            </a:endParaRPr>
          </a:p>
          <a:p>
            <a:pPr marL="594360" lvl="1" indent="-228600" algn="r" defTabSz="365760" rtl="1">
              <a:lnSpc>
                <a:spcPct val="100000"/>
              </a:lnSpc>
              <a:spcBef>
                <a:spcPts val="799"/>
              </a:spcBef>
              <a:buClr>
                <a:srgbClr val="EF53A5"/>
              </a:buClr>
              <a:buSzPct val="80000"/>
              <a:buFont typeface="Wingdings 3" charset="2"/>
              <a:buChar char=""/>
            </a:pPr>
            <a:r>
              <a:rPr lang="en-US" sz="1440" b="0" u="none" strike="noStrike">
                <a:solidFill>
                  <a:schemeClr val="lt1"/>
                </a:solidFill>
                <a:effectLst/>
                <a:uFillTx/>
                <a:latin typeface="Century Gothic"/>
              </a:rPr>
              <a:t>Second level</a:t>
            </a:r>
            <a:endParaRPr lang="en-US" sz="1440" b="0" u="none" strike="noStrike">
              <a:solidFill>
                <a:schemeClr val="lt1"/>
              </a:solidFill>
              <a:effectLst/>
              <a:uFillTx/>
              <a:latin typeface="Century Gothic"/>
            </a:endParaRPr>
          </a:p>
          <a:p>
            <a:pPr marL="914400" lvl="2" indent="-182880" algn="r" defTabSz="365760" rtl="1">
              <a:lnSpc>
                <a:spcPct val="100000"/>
              </a:lnSpc>
              <a:spcBef>
                <a:spcPts val="799"/>
              </a:spcBef>
              <a:buClr>
                <a:srgbClr val="EF53A5"/>
              </a:buClr>
              <a:buSzPct val="80000"/>
              <a:buFont typeface="Wingdings 3" charset="2"/>
              <a:buChar char=""/>
            </a:pPr>
            <a:r>
              <a:rPr lang="en-US" sz="1280" b="0" u="none" strike="noStrike">
                <a:solidFill>
                  <a:schemeClr val="lt1"/>
                </a:solidFill>
                <a:effectLst/>
                <a:uFillTx/>
                <a:latin typeface="Century Gothic"/>
              </a:rPr>
              <a:t>Third level</a:t>
            </a:r>
            <a:endParaRPr lang="en-US" sz="1280" b="0" u="none" strike="noStrike">
              <a:solidFill>
                <a:schemeClr val="lt1"/>
              </a:solidFill>
              <a:effectLst/>
              <a:uFillTx/>
              <a:latin typeface="Century Gothic"/>
            </a:endParaRPr>
          </a:p>
          <a:p>
            <a:pPr marL="1280160" lvl="3" indent="-182880" algn="r" defTabSz="365760" rtl="1">
              <a:lnSpc>
                <a:spcPct val="100000"/>
              </a:lnSpc>
              <a:spcBef>
                <a:spcPts val="799"/>
              </a:spcBef>
              <a:buClr>
                <a:srgbClr val="EF53A5"/>
              </a:buClr>
              <a:buSzPct val="80000"/>
              <a:buFont typeface="Wingdings 3" charset="2"/>
              <a:buChar char=""/>
            </a:pPr>
            <a:r>
              <a:rPr lang="en-US" sz="1120" b="0" u="none" strike="noStrike">
                <a:solidFill>
                  <a:schemeClr val="lt1"/>
                </a:solidFill>
                <a:effectLst/>
                <a:uFillTx/>
                <a:latin typeface="Century Gothic"/>
              </a:rPr>
              <a:t>Fourth level</a:t>
            </a:r>
            <a:endParaRPr lang="en-US" sz="1120" b="0" u="none" strike="noStrike">
              <a:solidFill>
                <a:schemeClr val="lt1"/>
              </a:solidFill>
              <a:effectLst/>
              <a:uFillTx/>
              <a:latin typeface="Century Gothic"/>
            </a:endParaRPr>
          </a:p>
          <a:p>
            <a:pPr marL="1645920" lvl="4" indent="-182880" algn="r" defTabSz="365760" rtl="1">
              <a:lnSpc>
                <a:spcPct val="100000"/>
              </a:lnSpc>
              <a:spcBef>
                <a:spcPts val="799"/>
              </a:spcBef>
              <a:buClr>
                <a:srgbClr val="EF53A5"/>
              </a:buClr>
              <a:buSzPct val="80000"/>
              <a:buFont typeface="Wingdings 3" charset="2"/>
              <a:buChar char=""/>
            </a:pPr>
            <a:r>
              <a:rPr lang="en-US" sz="1120" b="0" u="none" strike="noStrike">
                <a:solidFill>
                  <a:schemeClr val="lt1"/>
                </a:solidFill>
                <a:effectLst/>
                <a:uFillTx/>
                <a:latin typeface="Century Gothic"/>
              </a:rPr>
              <a:t>Fifth level</a:t>
            </a:r>
            <a:endParaRPr lang="en-US" sz="1120" b="0" u="none" strike="noStrike">
              <a:solidFill>
                <a:schemeClr val="lt1"/>
              </a:solidFill>
              <a:effectLst/>
              <a:uFillTx/>
              <a:latin typeface="Century Gothic"/>
            </a:endParaRPr>
          </a:p>
        </p:txBody>
      </p:sp>
      <p:sp>
        <p:nvSpPr>
          <p:cNvPr id="210" name="PlaceHolder 3"/>
          <p:cNvSpPr>
            <a:spLocks noGrp="1"/>
          </p:cNvSpPr>
          <p:nvPr>
            <p:ph type="dt" idx="49"/>
          </p:nvPr>
        </p:nvSpPr>
        <p:spPr>
          <a:xfrm rot="5400000">
            <a:off x="5688360" y="2671920"/>
            <a:ext cx="1407960" cy="182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&lt;date/time&gt;</a:t>
            </a:r>
            <a:endParaRPr lang="en-US" sz="880" b="0" u="none" strike="noStrike">
              <a:solidFill>
                <a:srgbClr val="FFFFFF"/>
              </a:solidFill>
              <a:effectLst/>
              <a:uFillTx/>
              <a:latin typeface="Times New Roman"/>
            </a:endParaRPr>
          </a:p>
        </p:txBody>
      </p:sp>
      <p:sp>
        <p:nvSpPr>
          <p:cNvPr id="211" name="PlaceHolder 4"/>
          <p:cNvSpPr>
            <a:spLocks noGrp="1"/>
          </p:cNvSpPr>
          <p:nvPr>
            <p:ph type="ftr" idx="50"/>
          </p:nvPr>
        </p:nvSpPr>
        <p:spPr>
          <a:xfrm rot="5400000">
            <a:off x="3786480" y="47124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&lt;footer&gt;</a:t>
            </a:r>
            <a:endParaRPr lang="en-US" sz="880" b="0" u="none" strike="noStrike">
              <a:solidFill>
                <a:srgbClr val="FFFFFF"/>
              </a:solidFill>
              <a:effectLst/>
              <a:uFillTx/>
              <a:latin typeface="Times New Roman"/>
            </a:endParaRPr>
          </a:p>
        </p:txBody>
      </p:sp>
      <p:sp>
        <p:nvSpPr>
          <p:cNvPr id="212" name="PlaceHolder 5"/>
          <p:cNvSpPr>
            <a:spLocks noGrp="1"/>
          </p:cNvSpPr>
          <p:nvPr>
            <p:ph type="sldNum" idx="51"/>
          </p:nvPr>
        </p:nvSpPr>
        <p:spPr>
          <a:xfrm>
            <a:off x="6213240" y="420480"/>
            <a:ext cx="502200" cy="1091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2240" b="0" u="none" strike="noStrike">
                <a:solidFill>
                  <a:schemeClr val="lt1">
                    <a:tint val="75000"/>
                  </a:schemeClr>
                </a:solidFill>
                <a:effectLst/>
                <a:uFillTx/>
                <a:latin typeface="Century Gothic"/>
              </a:defRPr>
            </a:lvl1pPr>
          </a:lstStyle>
          <a:p>
            <a:pPr indent="0" algn="ctr" defTabSz="457200">
              <a:lnSpc>
                <a:spcPct val="100000"/>
              </a:lnSpc>
              <a:buNone/>
              <a:tabLst>
                <a:tab pos="0" algn="l"/>
              </a:tabLst>
            </a:pPr>
            <a:fld id="{EDD6CC27-FC1E-4604-8A31-FAF2E491B19F}" type="slidenum">
              <a:rPr lang="en-US" sz="2240" b="0" u="none" strike="noStrike">
                <a:solidFill>
                  <a:schemeClr val="lt1">
                    <a:tint val="75000"/>
                  </a:schemeClr>
                </a:solidFill>
                <a:effectLst/>
                <a:uFillTx/>
                <a:latin typeface="Century Gothic"/>
              </a:rPr>
              <a:t>&lt;number&gt;</a:t>
            </a:fld>
            <a:endParaRPr lang="en-US" sz="2240" b="0" u="none" strike="noStrik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hyperlink" Target="https://github.com/huseyinstif/CVE-2026-2441-PoC/blob/main/poc.html" TargetMode="External"/><Relationship Id="rId2" Type="http://schemas.openxmlformats.org/officeDocument/2006/relationships/hyperlink" Target="https://source.chromium.org/chromium/chromium/src/+/main:third_party/blink/renderer/core/css/css_font_feature_values_map.cc" TargetMode="External"/><Relationship Id="rId3" Type="http://schemas.openxmlformats.org/officeDocument/2006/relationships/hyperlink" Target="https://source.chromium.org/chromium/chromium/src/+/main:third_party/blink/renderer/core/css/css_font_feature_values_map.cc" TargetMode="External"/><Relationship Id="rId4" Type="http://schemas.openxmlformats.org/officeDocument/2006/relationships/hyperlink" Target="https://source.chromium.org/chromium/chromium/src/+/main:third_party/blink/renderer/core/css/css_font_feature_values_map.cc" TargetMode="External"/><Relationship Id="rId5" Type="http://schemas.openxmlformats.org/officeDocument/2006/relationships/hyperlink" Target="https://source.chromium.org/chromium/chromium/src/+/main:third_party/blink/renderer/core/css/css_font_feature_values_map.cc" TargetMode="External"/><Relationship Id="rId6" Type="http://schemas.openxmlformats.org/officeDocument/2006/relationships/hyperlink" Target="https://chromereleases.googleblog.com/2026/02/stable-channel-update-for-desktop_13.html" TargetMode="External"/><Relationship Id="rId7" Type="http://schemas.openxmlformats.org/officeDocument/2006/relationships/hyperlink" Target="https://issues.chromium.org/issues/483569511" TargetMode="External"/><Relationship Id="rId8" Type="http://schemas.openxmlformats.org/officeDocument/2006/relationships/hyperlink" Target="https://www.cisa.gov/known-exploited-vulnerabilities-catalog?field_cve=CVE-2026-2441" TargetMode="External"/><Relationship Id="rId9"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776520" y="964080"/>
            <a:ext cx="5891760" cy="2373840"/>
          </a:xfrm>
          <a:prstGeom prst="rect">
            <a:avLst/>
          </a:prstGeom>
          <a:noFill/>
          <a:ln w="0">
            <a:noFill/>
          </a:ln>
        </p:spPr>
        <p:txBody>
          <a:bodyPr lIns="91440" tIns="45720" rIns="91440" bIns="45720" anchor="b">
            <a:noAutofit/>
          </a:bodyPr>
          <a:p>
            <a:pPr indent="0" algn="ctr" defTabSz="365760" rtl="1">
              <a:lnSpc>
                <a:spcPct val="100000"/>
              </a:lnSpc>
              <a:buNone/>
              <a:tabLst>
                <a:tab pos="0" algn="l"/>
              </a:tabLst>
            </a:pPr>
            <a:r>
              <a:rPr lang="en-US" sz="2400" b="0" u="none" strike="noStrike">
                <a:solidFill>
                  <a:srgbClr val="000000"/>
                </a:solidFill>
                <a:effectLst/>
                <a:uFillTx/>
                <a:latin typeface="Arial"/>
                <a:ea typeface="Calibri"/>
              </a:rPr>
              <a:t>Vulnerability report:</a:t>
            </a:r>
            <a:br>
              <a:rPr sz="2400"/>
            </a:br>
            <a:br>
              <a:rPr sz="2400"/>
            </a:br>
            <a:r>
              <a:rPr lang="en-US" sz="2400" b="0" u="none" strike="noStrike">
                <a:solidFill>
                  <a:srgbClr val="000000"/>
                </a:solidFill>
                <a:effectLst/>
                <a:uFillTx/>
                <a:latin typeface="Arial"/>
                <a:ea typeface="Calibri"/>
              </a:rPr>
              <a:t>UAF In CSS – CVE-2026-2441</a:t>
            </a:r>
            <a:br>
              <a:rPr sz="2400"/>
            </a:br>
            <a:endParaRPr lang="en-US" sz="2400" b="0" u="none" strike="noStrike">
              <a:solidFill>
                <a:schemeClr val="lt2"/>
              </a:solidFill>
              <a:effectLst/>
              <a:uFillTx/>
              <a:latin typeface="Century Gothic"/>
            </a:endParaRPr>
          </a:p>
        </p:txBody>
      </p:sp>
      <p:sp>
        <p:nvSpPr>
          <p:cNvPr id="214" name="PlaceHolder 2"/>
          <p:cNvSpPr>
            <a:spLocks noGrp="1"/>
          </p:cNvSpPr>
          <p:nvPr>
            <p:ph type="ftr" idx="52"/>
          </p:nvPr>
        </p:nvSpPr>
        <p:spPr>
          <a:xfrm>
            <a:off x="912960" y="9389520"/>
            <a:ext cx="5488920" cy="18216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ctr"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sp>
        <p:nvSpPr>
          <p:cNvPr id="215" name="TextBox 3"/>
          <p:cNvSpPr/>
          <p:nvPr/>
        </p:nvSpPr>
        <p:spPr>
          <a:xfrm>
            <a:off x="912960" y="6045840"/>
            <a:ext cx="4563360" cy="368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accent6">
                    <a:lumMod val="60000"/>
                    <a:lumOff val="40000"/>
                  </a:schemeClr>
                </a:solidFill>
                <a:effectLst/>
                <a:uFillTx/>
                <a:latin typeface="Century Gothic"/>
              </a:rPr>
              <a:t>Written by:   Shmuel Yermus  SOC T1</a:t>
            </a:r>
            <a:endParaRPr lang="en-US" sz="1800" b="0" u="none" strike="noStrike">
              <a:solidFill>
                <a:srgbClr val="FFFFFF"/>
              </a:solidFill>
              <a:effectLst/>
              <a:uFillTx/>
              <a:latin typeface="Arial"/>
            </a:endParaRPr>
          </a:p>
        </p:txBody>
      </p:sp>
    </p:spTree>
  </p:cSld>
  <mc:AlternateContent>
    <mc:Choice Requires="p14">
      <p:transition p14:dur="10"/>
    </mc:Choice>
    <mc:Fallback>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307800" y="697680"/>
            <a:ext cx="5643720" cy="1991160"/>
          </a:xfrm>
          <a:prstGeom prst="rect">
            <a:avLst/>
          </a:prstGeom>
          <a:noFill/>
          <a:ln w="0">
            <a:noFill/>
          </a:ln>
        </p:spPr>
        <p:txBody>
          <a:bodyPr lIns="91440" tIns="45720" rIns="91440" bIns="45720" anchor="t">
            <a:noAutofit/>
          </a:bodyPr>
          <a:p>
            <a:pPr indent="0" algn="l" defTabSz="365760" rtl="1">
              <a:buNone/>
              <a:tabLst>
                <a:tab pos="0" algn="l"/>
              </a:tabLst>
            </a:pPr>
            <a:endParaRPr lang="en-US" sz="3359" b="0" u="none" strike="noStrike">
              <a:solidFill>
                <a:schemeClr val="lt2"/>
              </a:solidFill>
              <a:effectLst/>
              <a:uFillTx/>
              <a:latin typeface="Century Gothic"/>
            </a:endParaRPr>
          </a:p>
        </p:txBody>
      </p:sp>
      <p:sp>
        <p:nvSpPr>
          <p:cNvPr id="217" name="PlaceHolder 2"/>
          <p:cNvSpPr>
            <a:spLocks noGrp="1"/>
          </p:cNvSpPr>
          <p:nvPr>
            <p:ph/>
          </p:nvPr>
        </p:nvSpPr>
        <p:spPr>
          <a:xfrm>
            <a:off x="429120" y="216000"/>
            <a:ext cx="5401440" cy="7751880"/>
          </a:xfrm>
          <a:prstGeom prst="rect">
            <a:avLst/>
          </a:prstGeom>
          <a:noFill/>
          <a:ln w="0">
            <a:noFill/>
          </a:ln>
        </p:spPr>
        <p:txBody>
          <a:bodyPr lIns="91440" tIns="45720" rIns="91440" bIns="45720" anchor="t">
            <a:noAutofit/>
          </a:bodyPr>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Table of contents</a:t>
            </a:r>
            <a:r>
              <a:rPr lang="en-US" sz="1800" b="0" u="sng"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Background</a:t>
            </a: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General Info-------------------  3</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First Discovery ----------------- 4</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Vulnerability Overview ------------  4</a:t>
            </a:r>
            <a:endParaRPr lang="en-US" sz="16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Vulnerability information</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Exploit Summary ---------------  5</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Attack Steps ------------- 6 , 7 , 8</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Real World Use ------ 9</a:t>
            </a:r>
            <a:endParaRPr lang="en-US" sz="16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Patching the Vulnerability</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The Patch ---------------------- 10</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Discovery  11</a:t>
            </a: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Mitigation ------------ 11</a:t>
            </a:r>
            <a:endParaRPr lang="en-US" sz="16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Sources and Links ------------------ 12</a:t>
            </a:r>
            <a:endParaRPr lang="en-US" sz="1600" b="0" u="none" strike="noStrike">
              <a:solidFill>
                <a:schemeClr val="lt1"/>
              </a:solidFill>
              <a:effectLst/>
              <a:uFillTx/>
              <a:latin typeface="Century Gothic"/>
            </a:endParaRPr>
          </a:p>
          <a:p>
            <a:pPr indent="0" algn="l" defTabSz="365760" rtl="1">
              <a:lnSpc>
                <a:spcPct val="100000"/>
              </a:lnSpc>
              <a:spcBef>
                <a:spcPts val="799"/>
              </a:spcBef>
              <a:buNone/>
              <a:tabLst>
                <a:tab pos="0" algn="l"/>
              </a:tabLst>
            </a:pPr>
            <a:endParaRPr lang="en-US" sz="1600" b="0" u="none" strike="noStrike">
              <a:solidFill>
                <a:schemeClr val="lt1"/>
              </a:solidFill>
              <a:effectLst/>
              <a:uFillTx/>
              <a:latin typeface="Century Gothic"/>
            </a:endParaRPr>
          </a:p>
        </p:txBody>
      </p:sp>
      <p:sp>
        <p:nvSpPr>
          <p:cNvPr id="218" name="PlaceHolder 3"/>
          <p:cNvSpPr>
            <a:spLocks noGrp="1"/>
          </p:cNvSpPr>
          <p:nvPr>
            <p:ph type="ftr" idx="53"/>
          </p:nvPr>
        </p:nvSpPr>
        <p:spPr>
          <a:xfrm>
            <a:off x="2661840" y="935460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p:nvPr>
        </p:nvSpPr>
        <p:spPr>
          <a:xfrm>
            <a:off x="767520" y="1969920"/>
            <a:ext cx="6070320" cy="8147160"/>
          </a:xfrm>
          <a:prstGeom prst="rect">
            <a:avLst/>
          </a:prstGeom>
          <a:noFill/>
          <a:ln w="0">
            <a:noFill/>
          </a:ln>
        </p:spPr>
        <p:txBody>
          <a:bodyPr lIns="91440" tIns="45720" rIns="91440" bIns="45720" anchor="t">
            <a:normAutofit/>
          </a:bodyPr>
          <a:p>
            <a:pPr indent="0" algn="l"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Name</a:t>
            </a:r>
            <a:r>
              <a:rPr lang="en-US" sz="1800" b="0" u="none" strike="noStrike">
                <a:solidFill>
                  <a:schemeClr val="lt1"/>
                </a:solidFill>
                <a:effectLst/>
                <a:uFillTx/>
                <a:latin typeface="Calibri"/>
                <a:ea typeface="Calibri"/>
              </a:rPr>
              <a:t>:   CVE-2026-2441</a:t>
            </a:r>
            <a:endParaRPr lang="en-US" sz="18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Severity</a:t>
            </a:r>
            <a:r>
              <a:rPr lang="en-US" sz="1800" b="0" u="none" strike="noStrike">
                <a:solidFill>
                  <a:schemeClr val="lt1"/>
                </a:solidFill>
                <a:effectLst/>
                <a:uFillTx/>
                <a:latin typeface="Calibri"/>
                <a:ea typeface="Calibri"/>
              </a:rPr>
              <a:t>:   8.8 High</a:t>
            </a:r>
            <a:endParaRPr lang="en-US" sz="18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Published Date</a:t>
            </a:r>
            <a:r>
              <a:rPr lang="en-US" sz="1800" b="0" u="none" strike="noStrike">
                <a:solidFill>
                  <a:schemeClr val="lt1"/>
                </a:solidFill>
                <a:effectLst/>
                <a:uFillTx/>
                <a:latin typeface="Calibri"/>
                <a:ea typeface="Calibri"/>
              </a:rPr>
              <a:t>:  11.2.26</a:t>
            </a:r>
            <a:endParaRPr lang="en-US" sz="18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Patch Date</a:t>
            </a:r>
            <a:r>
              <a:rPr lang="en-US" sz="1800" b="0" u="none" strike="noStrike">
                <a:solidFill>
                  <a:schemeClr val="lt1"/>
                </a:solidFill>
                <a:effectLst/>
                <a:uFillTx/>
                <a:latin typeface="Calibri"/>
                <a:ea typeface="Calibri"/>
              </a:rPr>
              <a:t>:  13.2.26</a:t>
            </a:r>
            <a:endParaRPr lang="en-US" sz="18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Affected Platforms</a:t>
            </a:r>
            <a:r>
              <a:rPr lang="en-US" sz="1800" b="0" u="none" strike="noStrike">
                <a:solidFill>
                  <a:schemeClr val="lt1"/>
                </a:solidFill>
                <a:effectLst/>
                <a:uFillTx/>
                <a:latin typeface="Calibri"/>
                <a:ea typeface="Calibri"/>
              </a:rPr>
              <a:t>: All Chromium based browsers, including:  Chrome, Brave, Opera, Edge</a:t>
            </a:r>
            <a:endParaRPr lang="en-US" sz="18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Affected Systems</a:t>
            </a:r>
            <a:r>
              <a:rPr lang="en-US" sz="1800" b="0" u="none" strike="noStrike">
                <a:solidFill>
                  <a:schemeClr val="lt1"/>
                </a:solidFill>
                <a:effectLst/>
                <a:uFillTx/>
                <a:latin typeface="Calibri"/>
                <a:ea typeface="Calibri"/>
              </a:rPr>
              <a:t>: All systems, including Windows, Linux and Mac, as the vulnerability sits in the browser’s sandbox and is not affected by the OS</a:t>
            </a:r>
            <a:endParaRPr lang="en-US" sz="18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Affected Versions</a:t>
            </a:r>
            <a:r>
              <a:rPr lang="en-US" sz="1800" b="0" u="none" strike="noStrike">
                <a:solidFill>
                  <a:schemeClr val="lt1"/>
                </a:solidFill>
                <a:effectLst/>
                <a:uFillTx/>
                <a:latin typeface="Calibri"/>
                <a:ea typeface="Calibri"/>
              </a:rPr>
              <a:t>:   All versions prior to 145.0.7632.75</a:t>
            </a:r>
            <a:endParaRPr lang="en-US" sz="18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Patched versions</a:t>
            </a:r>
            <a:r>
              <a:rPr lang="en-US" sz="1800" b="0" u="none" strike="noStrike">
                <a:solidFill>
                  <a:schemeClr val="lt1"/>
                </a:solidFill>
                <a:effectLst/>
                <a:uFillTx/>
                <a:latin typeface="Calibri"/>
                <a:ea typeface="Calibri"/>
              </a:rPr>
              <a:t>:145.0.7632.75     and on</a:t>
            </a:r>
            <a:endParaRPr lang="en-US" sz="1800" b="0" u="none" strike="noStrike">
              <a:solidFill>
                <a:schemeClr val="lt1"/>
              </a:solidFill>
              <a:effectLst/>
              <a:uFillTx/>
              <a:latin typeface="Century Gothic"/>
            </a:endParaRPr>
          </a:p>
          <a:p>
            <a:pPr indent="0" algn="r" defTabSz="365760" rtl="1">
              <a:lnSpc>
                <a:spcPct val="100000"/>
              </a:lnSpc>
              <a:spcBef>
                <a:spcPts val="799"/>
              </a:spcBef>
              <a:buNone/>
              <a:tabLst>
                <a:tab pos="0" algn="l"/>
              </a:tabLst>
            </a:pPr>
            <a:endParaRPr lang="en-US" sz="1600" b="0" u="none" strike="noStrike">
              <a:solidFill>
                <a:schemeClr val="lt1"/>
              </a:solidFill>
              <a:effectLst/>
              <a:uFillTx/>
              <a:latin typeface="Century Gothic"/>
            </a:endParaRPr>
          </a:p>
        </p:txBody>
      </p:sp>
      <p:sp>
        <p:nvSpPr>
          <p:cNvPr id="220" name="TextBox 1"/>
          <p:cNvSpPr/>
          <p:nvPr/>
        </p:nvSpPr>
        <p:spPr>
          <a:xfrm>
            <a:off x="2709360" y="749520"/>
            <a:ext cx="2601720" cy="64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sng" strike="noStrike">
                <a:solidFill>
                  <a:schemeClr val="lt1"/>
                </a:solidFill>
                <a:effectLst/>
                <a:uFillTx/>
                <a:latin typeface="Calibri"/>
                <a:ea typeface="Calibri"/>
              </a:rPr>
              <a:t>General Info:</a:t>
            </a:r>
            <a:endParaRPr lang="en-US" sz="1800" b="0" u="none" strike="noStrike">
              <a:solidFill>
                <a:srgbClr val="FFFFFF"/>
              </a:solidFill>
              <a:effectLst/>
              <a:uFillTx/>
              <a:latin typeface="Arial"/>
            </a:endParaRPr>
          </a:p>
          <a:p>
            <a:pPr defTabSz="457200">
              <a:lnSpc>
                <a:spcPct val="100000"/>
              </a:lnSpc>
            </a:pPr>
            <a:endParaRPr lang="en-US" sz="1800" b="0" u="none" strike="noStrike">
              <a:solidFill>
                <a:srgbClr val="FFFFFF"/>
              </a:solidFill>
              <a:effectLst/>
              <a:uFillTx/>
              <a:latin typeface="Arial"/>
            </a:endParaRPr>
          </a:p>
        </p:txBody>
      </p:sp>
      <p:sp>
        <p:nvSpPr>
          <p:cNvPr id="221" name="PlaceHolder 2"/>
          <p:cNvSpPr>
            <a:spLocks noGrp="1"/>
          </p:cNvSpPr>
          <p:nvPr>
            <p:ph type="ftr" idx="54"/>
          </p:nvPr>
        </p:nvSpPr>
        <p:spPr>
          <a:xfrm>
            <a:off x="2709360" y="936072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p:nvPr>
        </p:nvSpPr>
        <p:spPr>
          <a:xfrm>
            <a:off x="452880" y="477000"/>
            <a:ext cx="6218280" cy="8340840"/>
          </a:xfrm>
          <a:prstGeom prst="rect">
            <a:avLst/>
          </a:prstGeom>
          <a:noFill/>
          <a:ln w="0">
            <a:noFill/>
          </a:ln>
        </p:spPr>
        <p:txBody>
          <a:bodyPr lIns="91440" tIns="45720" rIns="91440" bIns="45720" anchor="t">
            <a:normAutofit/>
          </a:bodyPr>
          <a:p>
            <a:pPr indent="0" algn="r" defTabSz="365760" rtl="1">
              <a:lnSpc>
                <a:spcPct val="120000"/>
              </a:lnSpc>
              <a:spcBef>
                <a:spcPts val="799"/>
              </a:spcBef>
              <a:spcAft>
                <a:spcPts val="1001"/>
              </a:spcAft>
              <a:buNone/>
              <a:tabLst>
                <a:tab pos="0" algn="l"/>
              </a:tabLst>
            </a:pPr>
            <a:endParaRPr lang="en-US" sz="1600" b="0" u="none" strike="noStrike">
              <a:solidFill>
                <a:schemeClr val="lt1"/>
              </a:solidFill>
              <a:effectLst/>
              <a:uFillTx/>
              <a:latin typeface="Century Gothic"/>
            </a:endParaRPr>
          </a:p>
          <a:p>
            <a:pPr indent="0" algn="ctr" defTabSz="365760" rtl="1">
              <a:lnSpc>
                <a:spcPct val="120000"/>
              </a:lnSpc>
              <a:spcBef>
                <a:spcPts val="799"/>
              </a:spcBef>
              <a:spcAft>
                <a:spcPts val="1001"/>
              </a:spcAft>
              <a:buNone/>
              <a:tabLst>
                <a:tab pos="0" algn="l"/>
              </a:tabLst>
            </a:pPr>
            <a:r>
              <a:rPr lang="en-US" sz="1600" b="1" u="sng" strike="noStrike">
                <a:solidFill>
                  <a:schemeClr val="lt1"/>
                </a:solidFill>
                <a:effectLst/>
                <a:uFillTx/>
                <a:latin typeface="Calibri"/>
                <a:ea typeface="Calibri"/>
              </a:rPr>
              <a:t>Initial Discovery</a:t>
            </a:r>
            <a:r>
              <a:rPr lang="en-US" sz="1600" b="1" u="sng"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The Vulnerability was first discovered on11.2.26  by a security researcher named Shaheen Fazim, who created and released the public POC and reported the vulnerability to Google</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It is important to note that at the time of publication, according to the official announcement later made by google, the vulnerability was already being exploited in the wild</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The POC was published to GitHub on the same day, leading to a quick response by the Chromium team</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600" b="0" u="none" strike="noStrike">
              <a:solidFill>
                <a:schemeClr val="lt1"/>
              </a:solidFill>
              <a:effectLst/>
              <a:uFillTx/>
              <a:latin typeface="Century Gothic"/>
            </a:endParaRPr>
          </a:p>
          <a:p>
            <a:pPr indent="0" algn="ctr" defTabSz="365760" rtl="1">
              <a:lnSpc>
                <a:spcPct val="120000"/>
              </a:lnSpc>
              <a:spcBef>
                <a:spcPts val="799"/>
              </a:spcBef>
              <a:spcAft>
                <a:spcPts val="1001"/>
              </a:spcAft>
              <a:buNone/>
              <a:tabLst>
                <a:tab pos="0" algn="l"/>
              </a:tabLst>
            </a:pPr>
            <a:r>
              <a:rPr lang="en-US" sz="1600" b="1" u="sng" strike="noStrike">
                <a:solidFill>
                  <a:schemeClr val="lt1"/>
                </a:solidFill>
                <a:effectLst/>
                <a:uFillTx/>
                <a:latin typeface="Calibri"/>
                <a:ea typeface="Calibri"/>
              </a:rPr>
              <a:t>Vulnerability Overview</a:t>
            </a:r>
            <a:r>
              <a:rPr lang="en-US" sz="1600" b="1" u="sng"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00000"/>
              </a:lnSpc>
              <a:spcBef>
                <a:spcPts val="799"/>
              </a:spcBef>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A Use After Free vulnerability is a vulnerability which allows attacker to take control over blocks in the RAM, after they have been “freed” and retuned to the allocator</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r" defTabSz="365760" rtl="1">
              <a:lnSpc>
                <a:spcPct val="100000"/>
              </a:lnSpc>
              <a:spcBef>
                <a:spcPts val="799"/>
              </a:spcBef>
              <a:buNone/>
              <a:tabLst>
                <a:tab pos="0" algn="l"/>
              </a:tabLst>
            </a:pPr>
            <a:endParaRPr lang="en-US" sz="1600" b="0" u="none" strike="noStrike">
              <a:solidFill>
                <a:schemeClr val="lt1"/>
              </a:solidFill>
              <a:effectLst/>
              <a:uFillTx/>
              <a:latin typeface="Century Gothic"/>
            </a:endParaRPr>
          </a:p>
          <a:p>
            <a:pPr indent="0" algn="l" defTabSz="365760" rtl="1">
              <a:lnSpc>
                <a:spcPct val="100000"/>
              </a:lnSpc>
              <a:spcBef>
                <a:spcPts val="799"/>
              </a:spcBef>
              <a:buNone/>
              <a:tabLst>
                <a:tab pos="0" algn="l"/>
              </a:tabLst>
            </a:pPr>
            <a:r>
              <a:rPr lang="en-US" sz="1600" b="0" u="none" strike="noStrike">
                <a:solidFill>
                  <a:schemeClr val="lt1"/>
                </a:solidFill>
                <a:effectLst/>
                <a:uFillTx/>
                <a:latin typeface="Calibri"/>
                <a:ea typeface="Calibri"/>
              </a:rPr>
              <a:t>CVE-2026-2441 allows for remote code execution (RCE) within the browsers sandboxed process. It was used as a zero-day before being discovered and patched, and the process only required visiting a malicious web page</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600" b="0" u="none" strike="noStrike">
              <a:solidFill>
                <a:schemeClr val="lt1"/>
              </a:solidFill>
              <a:effectLst/>
              <a:uFillTx/>
              <a:latin typeface="Century Gothic"/>
            </a:endParaRPr>
          </a:p>
        </p:txBody>
      </p:sp>
      <p:sp>
        <p:nvSpPr>
          <p:cNvPr id="223" name="PlaceHolder 2"/>
          <p:cNvSpPr>
            <a:spLocks noGrp="1"/>
          </p:cNvSpPr>
          <p:nvPr>
            <p:ph type="ftr" idx="55"/>
          </p:nvPr>
        </p:nvSpPr>
        <p:spPr>
          <a:xfrm>
            <a:off x="2595240" y="932256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p:nvPr>
        </p:nvSpPr>
        <p:spPr>
          <a:xfrm>
            <a:off x="466560" y="102600"/>
            <a:ext cx="6493320" cy="5966280"/>
          </a:xfrm>
          <a:prstGeom prst="rect">
            <a:avLst/>
          </a:prstGeom>
          <a:noFill/>
          <a:ln w="0">
            <a:noFill/>
          </a:ln>
        </p:spPr>
        <p:txBody>
          <a:bodyPr lIns="91440" tIns="45720" rIns="91440" bIns="45720" anchor="t">
            <a:noAutofit/>
          </a:bodyPr>
          <a:p>
            <a:pPr indent="0" algn="ctr" defTabSz="365760" rtl="1">
              <a:lnSpc>
                <a:spcPct val="120000"/>
              </a:lnSpc>
              <a:spcBef>
                <a:spcPts val="799"/>
              </a:spcBef>
              <a:spcAft>
                <a:spcPts val="1001"/>
              </a:spcAft>
              <a:buNone/>
              <a:tabLst>
                <a:tab pos="0" algn="l"/>
              </a:tabLst>
            </a:pPr>
            <a:r>
              <a:rPr lang="en-US" sz="1600" b="1" u="sng" strike="noStrike">
                <a:solidFill>
                  <a:schemeClr val="lt1"/>
                </a:solidFill>
                <a:effectLst/>
                <a:uFillTx/>
                <a:latin typeface="Calibri"/>
                <a:ea typeface="Calibri"/>
              </a:rPr>
              <a:t>Exploit Summary</a:t>
            </a:r>
            <a:r>
              <a:rPr lang="en-US" sz="1600" b="1" u="sng"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The exploitation is done entirely via JavaScript that runs on the malicious web page</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This attack can come from a few directions, for example an advertisement that loads into the page, or it may be part of a malicious website which is sent as a link in a phishing email</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The essence of the vulnerability sits in the way Blink (Chrome’s renderer) reads and handles CSS data when loading a page</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Specifically, in the handling of CSSFontFeatureValuesMap, which is a table of font settings that the browser uses when rendering</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The problem comes from the CSSFontFeatureValuesMap releasing a memory block, while another object known as a pointer, still points to the same memory block after its freed. This access to the memory block after it is no longer being used by the map causes Type Confusion</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endParaRPr lang="en-US" sz="16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600" b="0" u="none" strike="noStrike">
              <a:solidFill>
                <a:schemeClr val="lt1"/>
              </a:solidFill>
              <a:effectLst/>
              <a:uFillTx/>
              <a:latin typeface="Century Gothic"/>
            </a:endParaRPr>
          </a:p>
          <a:p>
            <a:pPr indent="0" algn="r" defTabSz="365760" rtl="1">
              <a:lnSpc>
                <a:spcPct val="100000"/>
              </a:lnSpc>
              <a:spcBef>
                <a:spcPts val="799"/>
              </a:spcBef>
              <a:buNone/>
              <a:tabLst>
                <a:tab pos="0" algn="l"/>
              </a:tabLst>
            </a:pPr>
            <a:endParaRPr lang="en-US" sz="1600" b="0" u="none" strike="noStrike">
              <a:solidFill>
                <a:schemeClr val="lt1"/>
              </a:solidFill>
              <a:effectLst/>
              <a:uFillTx/>
              <a:latin typeface="Century Gothic"/>
            </a:endParaRPr>
          </a:p>
        </p:txBody>
      </p:sp>
      <p:sp>
        <p:nvSpPr>
          <p:cNvPr id="225" name="PlaceHolder 2"/>
          <p:cNvSpPr>
            <a:spLocks noGrp="1"/>
          </p:cNvSpPr>
          <p:nvPr>
            <p:ph type="ftr" idx="56"/>
          </p:nvPr>
        </p:nvSpPr>
        <p:spPr>
          <a:xfrm>
            <a:off x="2614320" y="930348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pic>
        <p:nvPicPr>
          <p:cNvPr id="226" name="Picture 7"/>
          <p:cNvPicPr/>
          <p:nvPr/>
        </p:nvPicPr>
        <p:blipFill>
          <a:blip r:embed="rId1"/>
          <a:stretch/>
        </p:blipFill>
        <p:spPr>
          <a:xfrm>
            <a:off x="772560" y="5439600"/>
            <a:ext cx="5769360" cy="37602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p:nvPr>
        </p:nvSpPr>
        <p:spPr>
          <a:xfrm>
            <a:off x="228600" y="257400"/>
            <a:ext cx="6727320" cy="9495720"/>
          </a:xfrm>
          <a:prstGeom prst="rect">
            <a:avLst/>
          </a:prstGeom>
          <a:noFill/>
          <a:ln w="0">
            <a:noFill/>
          </a:ln>
        </p:spPr>
        <p:txBody>
          <a:bodyPr lIns="91440" tIns="45720" rIns="91440" bIns="45720" anchor="t">
            <a:normAutofit lnSpcReduction="9999"/>
          </a:bodyPr>
          <a:p>
            <a:pPr indent="0" algn="ctr"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Attack Stages</a:t>
            </a:r>
            <a:r>
              <a:rPr lang="en-US" sz="1800" b="0" u="sng"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a:p>
            <a:pPr marL="274320" indent="-274320" algn="l" defTabSz="365760" rtl="1">
              <a:lnSpc>
                <a:spcPct val="120000"/>
              </a:lnSpc>
              <a:spcBef>
                <a:spcPts val="1191"/>
              </a:spcBef>
              <a:spcAft>
                <a:spcPts val="992"/>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1</a:t>
            </a: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The JavaScript (JS) begins executing immediately when the HTML page is loaded and rendered, and creates the configuration table in CSS</a:t>
            </a: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marL="274320" indent="-274320" algn="l" defTabSz="365760" rtl="1">
              <a:lnSpc>
                <a:spcPct val="120000"/>
              </a:lnSpc>
              <a:spcBef>
                <a:spcPts val="1191"/>
              </a:spcBef>
              <a:spcAft>
                <a:spcPts val="992"/>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2</a:t>
            </a: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Immediately afterward, the JS creates hundreds of Array objects whose purpose is to occupy memory blocks of a specific size. This operation is called heap grooming, and it helps the attacker gain control over a memory block later in the exploit</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marL="274320" indent="-274320" algn="l" defTabSz="365760" rtl="1">
              <a:lnSpc>
                <a:spcPct val="120000"/>
              </a:lnSpc>
              <a:spcBef>
                <a:spcPts val="1191"/>
              </a:spcBef>
              <a:spcAft>
                <a:spcPts val="992"/>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3</a:t>
            </a: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The JS then creates an object called an iterator. Its purpose is to iterate through the CSSFontFeatureValuesMap list mentioned earlier, one entry at a time. The iterator stores, using a pointer, the memory location of this list in case it needs to access it later</a:t>
            </a: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marL="274320" indent="-274320" algn="l" defTabSz="365760" rtl="1">
              <a:lnSpc>
                <a:spcPct val="120000"/>
              </a:lnSpc>
              <a:spcBef>
                <a:spcPts val="1191"/>
              </a:spcBef>
              <a:spcAft>
                <a:spcPts val="992"/>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4</a:t>
            </a: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The JS now causes the memory block allocated for CSSFontFeatureValuesMap to be replaced. This is done by creating and deleting hundreds of entries in the map, causing a larger memory block to be allocated for the same object. The data stored in the map is copied into the new block, while the old block is returned to the allocator and considered free. As a result, the next allocation request may reuse the old memory block</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marL="274320" indent="-274320" algn="l" defTabSz="365760" rtl="1">
              <a:lnSpc>
                <a:spcPct val="120000"/>
              </a:lnSpc>
              <a:spcBef>
                <a:spcPts val="1191"/>
              </a:spcBef>
              <a:spcAft>
                <a:spcPts val="992"/>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5</a:t>
            </a: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In the next stage, the attacker takes control of the freed memory block. The JS rapidly creates objects that imitate entries in the CSS font feature values map, making it likely that one of them will be allocated in the recently freed memory block. This is made possible by the earlier heap grooming: the previously created Array objects occupy memory blocks of that size and shape the allocator's state, increasing the likelihood that the freed block will immediately be reused by an object controlled by the attacker</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marL="274320" indent="0" algn="l" defTabSz="365760" rtl="1">
              <a:lnSpc>
                <a:spcPct val="120000"/>
              </a:lnSpc>
              <a:spcBef>
                <a:spcPts val="1191"/>
              </a:spcBef>
              <a:spcAft>
                <a:spcPts val="992"/>
              </a:spcAft>
              <a:buNone/>
              <a:tabLst>
                <a:tab pos="0" algn="l"/>
              </a:tabLst>
            </a:pP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p:txBody>
      </p:sp>
      <p:sp>
        <p:nvSpPr>
          <p:cNvPr id="228" name="PlaceHolder 2"/>
          <p:cNvSpPr>
            <a:spLocks noGrp="1"/>
          </p:cNvSpPr>
          <p:nvPr>
            <p:ph type="ftr" idx="57"/>
          </p:nvPr>
        </p:nvSpPr>
        <p:spPr>
          <a:xfrm>
            <a:off x="2528640" y="931284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p:nvPr>
        </p:nvSpPr>
        <p:spPr>
          <a:xfrm>
            <a:off x="228600" y="457200"/>
            <a:ext cx="6861960" cy="9275040"/>
          </a:xfrm>
          <a:prstGeom prst="rect">
            <a:avLst/>
          </a:prstGeom>
          <a:noFill/>
          <a:ln w="0">
            <a:noFill/>
          </a:ln>
        </p:spPr>
        <p:txBody>
          <a:bodyPr lIns="91440" tIns="45720" rIns="91440" bIns="45720" anchor="t">
            <a:noAutofit/>
          </a:bodyPr>
          <a:p>
            <a:pPr indent="0" algn="ctr"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Attack Stages</a:t>
            </a:r>
            <a:r>
              <a:rPr lang="en-US" sz="1800" b="0" u="sng"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a:p>
            <a:pPr marL="274320" indent="-274320" algn="l" defTabSz="365760" rtl="1">
              <a:lnSpc>
                <a:spcPct val="120000"/>
              </a:lnSpc>
              <a:spcBef>
                <a:spcPts val="1191"/>
              </a:spcBef>
              <a:spcAft>
                <a:spcPts val="992"/>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6</a:t>
            </a: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Now that malicious data has been placed into the freed memory block, the attacker attempts to use it. This is done by invoking the iterator created earlier. Throughout the process, the iterator retained the pointer to the original memory location and, due to the software defect, was never updated after the memory block changed. From the iterator's perspective, the data is still located at the old address, where attacker-controlled data now resides</a:t>
            </a: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marL="274320" indent="-274320" algn="l" defTabSz="365760" rtl="1">
              <a:lnSpc>
                <a:spcPct val="120000"/>
              </a:lnSpc>
              <a:spcBef>
                <a:spcPts val="1191"/>
              </a:spcBef>
              <a:spcAft>
                <a:spcPts val="992"/>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7</a:t>
            </a: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As a result, the browser accesses the attacker-controlled data through the stale pointer, resulting in a use-after-free (UAF) condition. The component in Chromium that processes this data (Blink) is implemented in C++. When it interprets attacker-controlled data as if it were the expected internal CSS object, this can lead to type confusion</a:t>
            </a: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marL="274320" indent="-274320" algn="l" defTabSz="365760" rtl="1">
              <a:lnSpc>
                <a:spcPct val="120000"/>
              </a:lnSpc>
              <a:spcBef>
                <a:spcPts val="1191"/>
              </a:spcBef>
              <a:spcAft>
                <a:spcPts val="992"/>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8</a:t>
            </a: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From this point, the attack may proceed in several directions</a:t>
            </a: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marL="274320" indent="0" algn="l" defTabSz="365760" rtl="1">
              <a:lnSpc>
                <a:spcPct val="120000"/>
              </a:lnSpc>
              <a:spcBef>
                <a:spcPts val="1191"/>
              </a:spcBef>
              <a:spcAft>
                <a:spcPts val="992"/>
              </a:spcAft>
              <a:buNone/>
              <a:tabLst>
                <a:tab pos="0" algn="l"/>
              </a:tabLst>
            </a:pPr>
            <a:r>
              <a:rPr lang="en-US" sz="1600" b="0" u="none" strike="noStrike">
                <a:solidFill>
                  <a:schemeClr val="lt1"/>
                </a:solidFill>
                <a:effectLst/>
                <a:uFillTx/>
                <a:latin typeface="Calibri"/>
                <a:ea typeface="Calibri"/>
              </a:rPr>
              <a:t>Denial of Service (DoS): A page containing the malicious JS can cause the browser to crash whenever the vulnerable code path is triggered, potentially making the affected web application unavailable</a:t>
            </a: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marL="274320" indent="0" algn="l" defTabSz="365760" rtl="1">
              <a:lnSpc>
                <a:spcPct val="120000"/>
              </a:lnSpc>
              <a:spcBef>
                <a:spcPts val="1191"/>
              </a:spcBef>
              <a:spcAft>
                <a:spcPts val="992"/>
              </a:spcAft>
              <a:buNone/>
              <a:tabLst>
                <a:tab pos="0" algn="l"/>
              </a:tabLst>
            </a:pPr>
            <a:r>
              <a:rPr lang="en-US" sz="1600" b="0" u="none" strike="noStrike">
                <a:solidFill>
                  <a:schemeClr val="lt1"/>
                </a:solidFill>
                <a:effectLst/>
                <a:uFillTx/>
                <a:latin typeface="Calibri"/>
                <a:ea typeface="Calibri"/>
              </a:rPr>
              <a:t>Remote Code Execution (RCE): By leveraging the vulnerability, an attacker may achieve arbitrary read/write primitives in the browser process and, under the right conditions, execute arbitrary code</a:t>
            </a: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marL="274320" indent="0" algn="l" defTabSz="365760" rtl="1">
              <a:lnSpc>
                <a:spcPct val="120000"/>
              </a:lnSpc>
              <a:spcBef>
                <a:spcPts val="1191"/>
              </a:spcBef>
              <a:spcAft>
                <a:spcPts val="992"/>
              </a:spcAft>
              <a:buNone/>
              <a:tabLst>
                <a:tab pos="0" algn="l"/>
              </a:tabLst>
            </a:pPr>
            <a:r>
              <a:rPr lang="en-US" sz="1600" b="0" u="none" strike="noStrike">
                <a:solidFill>
                  <a:schemeClr val="lt1"/>
                </a:solidFill>
                <a:effectLst/>
                <a:uFillTx/>
                <a:latin typeface="Calibri"/>
                <a:ea typeface="Calibri"/>
              </a:rPr>
              <a:t>Sandbox Escape: An attacker may chain this vulnerability with a separate sandbox escape vulnerability to break out of the browser sandbox and ultimately gain control of the underlying operating system</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marL="274320" indent="0" algn="l" defTabSz="365760" rtl="1">
              <a:lnSpc>
                <a:spcPct val="120000"/>
              </a:lnSpc>
              <a:spcBef>
                <a:spcPts val="1191"/>
              </a:spcBef>
              <a:spcAft>
                <a:spcPts val="992"/>
              </a:spcAft>
              <a:buNone/>
              <a:tabLst>
                <a:tab pos="0" algn="l"/>
              </a:tabLst>
            </a:pPr>
            <a:endParaRPr lang="en-US" sz="1600" b="0" u="none" strike="noStrike">
              <a:solidFill>
                <a:schemeClr val="lt1"/>
              </a:solidFill>
              <a:effectLst/>
              <a:uFillTx/>
              <a:latin typeface="Century Gothic"/>
            </a:endParaRPr>
          </a:p>
          <a:p>
            <a:pPr indent="0" algn="r" defTabSz="365760" rtl="1">
              <a:lnSpc>
                <a:spcPct val="100000"/>
              </a:lnSpc>
              <a:spcBef>
                <a:spcPts val="799"/>
              </a:spcBef>
              <a:buNone/>
              <a:tabLst>
                <a:tab pos="0" algn="l"/>
              </a:tabLst>
            </a:pPr>
            <a:endParaRPr lang="en-US" sz="1600" b="0" u="none" strike="noStrike">
              <a:solidFill>
                <a:schemeClr val="lt1"/>
              </a:solidFill>
              <a:effectLst/>
              <a:uFillTx/>
              <a:latin typeface="Century Gothic"/>
            </a:endParaRPr>
          </a:p>
        </p:txBody>
      </p:sp>
      <p:sp>
        <p:nvSpPr>
          <p:cNvPr id="230" name="PlaceHolder 2"/>
          <p:cNvSpPr>
            <a:spLocks noGrp="1"/>
          </p:cNvSpPr>
          <p:nvPr>
            <p:ph type="ftr" idx="58"/>
          </p:nvPr>
        </p:nvSpPr>
        <p:spPr>
          <a:xfrm>
            <a:off x="2661840" y="919872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31" name="PlaceHolder 1"/>
          <p:cNvSpPr>
            <a:spLocks noGrp="1"/>
          </p:cNvSpPr>
          <p:nvPr>
            <p:ph/>
          </p:nvPr>
        </p:nvSpPr>
        <p:spPr>
          <a:xfrm>
            <a:off x="532800" y="1564920"/>
            <a:ext cx="5996520" cy="7370640"/>
          </a:xfrm>
          <a:prstGeom prst="rect">
            <a:avLst/>
          </a:prstGeom>
          <a:noFill/>
          <a:ln w="0">
            <a:noFill/>
          </a:ln>
        </p:spPr>
        <p:txBody>
          <a:bodyPr lIns="91440" tIns="45720" rIns="91440" bIns="45720" anchor="t">
            <a:noAutofit/>
          </a:bodyPr>
          <a:p>
            <a:pPr marL="274320" indent="-274320" algn="l" defTabSz="365760" rtl="1">
              <a:lnSpc>
                <a:spcPct val="120000"/>
              </a:lnSpc>
              <a:spcBef>
                <a:spcPts val="799"/>
              </a:spcBef>
              <a:spcAft>
                <a:spcPts val="1001"/>
              </a:spcAft>
              <a:buClr>
                <a:srgbClr val="EF53A5"/>
              </a:buClr>
              <a:buSzPct val="80000"/>
              <a:buFont typeface="Wingdings 3" charset="2"/>
              <a:buChar char=""/>
            </a:pPr>
            <a:r>
              <a:rPr lang="en-US" sz="1800" b="0" u="none" strike="noStrike">
                <a:solidFill>
                  <a:schemeClr val="lt1"/>
                </a:solidFill>
                <a:effectLst/>
                <a:uFillTx/>
                <a:latin typeface="Calibri"/>
                <a:ea typeface="Calibri"/>
              </a:rPr>
              <a:t>In the following video, we can see the difference in opening a malicious HTML page between a </a:t>
            </a:r>
            <a:r>
              <a:rPr lang="en-US" sz="1800" b="0" u="sng" strike="noStrike">
                <a:solidFill>
                  <a:schemeClr val="lt1"/>
                </a:solidFill>
                <a:effectLst/>
                <a:uFillTx/>
                <a:latin typeface="Calibri"/>
                <a:ea typeface="Calibri"/>
              </a:rPr>
              <a:t>vulnerable</a:t>
            </a:r>
            <a:r>
              <a:rPr lang="en-US" sz="1800" b="0" u="none" strike="noStrike">
                <a:solidFill>
                  <a:schemeClr val="lt1"/>
                </a:solidFill>
                <a:effectLst/>
                <a:uFillTx/>
                <a:latin typeface="Calibri"/>
                <a:ea typeface="Calibri"/>
              </a:rPr>
              <a:t> version of Chrome, and then a </a:t>
            </a:r>
            <a:r>
              <a:rPr lang="en-US" sz="1800" b="0" u="sng" strike="noStrike">
                <a:solidFill>
                  <a:schemeClr val="lt1"/>
                </a:solidFill>
                <a:effectLst/>
                <a:uFillTx/>
                <a:latin typeface="Calibri"/>
                <a:ea typeface="Calibri"/>
              </a:rPr>
              <a:t>patched</a:t>
            </a:r>
            <a:r>
              <a:rPr lang="en-US" sz="1800" b="0" u="none" strike="noStrike">
                <a:solidFill>
                  <a:schemeClr val="lt1"/>
                </a:solidFill>
                <a:effectLst/>
                <a:uFillTx/>
                <a:latin typeface="Calibri"/>
                <a:ea typeface="Calibri"/>
              </a:rPr>
              <a:t> version of Edge</a:t>
            </a:r>
            <a:r>
              <a:rPr lang="en-US" sz="1800" b="0" u="none"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800" b="0" u="none" strike="noStrike">
                <a:solidFill>
                  <a:schemeClr val="lt1"/>
                </a:solidFill>
                <a:effectLst/>
                <a:uFillTx/>
                <a:latin typeface="Calibri"/>
                <a:ea typeface="Calibri"/>
              </a:rPr>
              <a:t>In the vulnerable browser, the page crashes before it renders, while in the patched browser the page loads cleanly</a:t>
            </a:r>
            <a:r>
              <a:rPr lang="en-US" sz="1800" b="0" u="none"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p:txBody>
      </p:sp>
      <p:sp>
        <p:nvSpPr>
          <p:cNvPr id="232" name="PlaceHolder 2"/>
          <p:cNvSpPr>
            <a:spLocks noGrp="1"/>
          </p:cNvSpPr>
          <p:nvPr>
            <p:ph type="ftr" idx="59"/>
          </p:nvPr>
        </p:nvSpPr>
        <p:spPr>
          <a:xfrm>
            <a:off x="2642760" y="933192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sp>
        <p:nvSpPr>
          <p:cNvPr id="233" name="TextBox 1"/>
          <p:cNvSpPr/>
          <p:nvPr/>
        </p:nvSpPr>
        <p:spPr>
          <a:xfrm>
            <a:off x="2894400" y="699840"/>
            <a:ext cx="1225800" cy="368640"/>
          </a:xfrm>
          <a:prstGeom prst="rect">
            <a:avLst/>
          </a:prstGeom>
          <a:noFill/>
          <a:ln w="0">
            <a:noFill/>
          </a:ln>
        </p:spPr>
        <p:style>
          <a:lnRef idx="0"/>
          <a:fillRef idx="0"/>
          <a:effectRef idx="0"/>
          <a:fontRef idx="minor"/>
        </p:style>
        <p:txBody>
          <a:bodyPr wrap="none" lIns="90000" tIns="45000" rIns="90000" bIns="45000" anchor="t">
            <a:spAutoFit/>
          </a:bodyPr>
          <a:p>
            <a:pPr defTabSz="457200" rtl="1">
              <a:lnSpc>
                <a:spcPct val="100000"/>
              </a:lnSpc>
            </a:pPr>
            <a:r>
              <a:rPr lang="en-US" sz="1800" b="0" u="sng" strike="noStrike">
                <a:solidFill>
                  <a:schemeClr val="lt1"/>
                </a:solidFill>
                <a:effectLst/>
                <a:uFillTx/>
                <a:latin typeface="Century Gothic"/>
              </a:rPr>
              <a:t>The POC</a:t>
            </a:r>
            <a:r>
              <a:rPr lang="en-US" sz="1800" b="0" u="sng" strike="noStrike">
                <a:solidFill>
                  <a:schemeClr val="lt1"/>
                </a:solidFill>
                <a:effectLst/>
                <a:uFillTx/>
                <a:latin typeface="Century Gothic"/>
              </a:rPr>
              <a:t>:</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p:nvPr>
        </p:nvSpPr>
        <p:spPr>
          <a:xfrm>
            <a:off x="425520" y="646560"/>
            <a:ext cx="6266520" cy="9106200"/>
          </a:xfrm>
          <a:prstGeom prst="rect">
            <a:avLst/>
          </a:prstGeom>
          <a:noFill/>
          <a:ln w="0">
            <a:noFill/>
          </a:ln>
        </p:spPr>
        <p:txBody>
          <a:bodyPr lIns="91440" tIns="45720" rIns="91440" bIns="45720" anchor="t">
            <a:normAutofit/>
          </a:bodyPr>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indent="0" algn="ctr"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Real World Use</a:t>
            </a:r>
            <a:r>
              <a:rPr lang="en-US" sz="1800" b="0" u="sng"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800" b="0" u="none" strike="noStrike">
                <a:solidFill>
                  <a:schemeClr val="lt1"/>
                </a:solidFill>
                <a:effectLst/>
                <a:uFillTx/>
                <a:latin typeface="Calibri"/>
                <a:ea typeface="Calibri"/>
              </a:rPr>
              <a:t> </a:t>
            </a:r>
            <a:r>
              <a:rPr lang="en-US" sz="1800" b="0" u="none" strike="noStrike">
                <a:solidFill>
                  <a:schemeClr val="lt1"/>
                </a:solidFill>
                <a:effectLst/>
                <a:uFillTx/>
                <a:latin typeface="Calibri"/>
                <a:ea typeface="Calibri"/>
              </a:rPr>
              <a:t>Due to the severity, the type of vulnerability (RCE), and the desire to avoid attacks, no reports of specific campaigns or exploitations were published, however Google announced that it is aware the vulnerability was being exploited in the wild before it became public</a:t>
            </a:r>
            <a:r>
              <a:rPr lang="en-US" sz="1800" b="0" u="none"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endParaRPr lang="en-US" sz="18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800" b="0" u="none" strike="noStrike">
                <a:solidFill>
                  <a:schemeClr val="lt1"/>
                </a:solidFill>
                <a:effectLst/>
                <a:uFillTx/>
                <a:latin typeface="Calibri"/>
                <a:ea typeface="Calibri"/>
              </a:rPr>
              <a:t>Such attacks commonly come in the form of malicious links sent in phishing messages. After gaining RCE, an attacker will try to perform other actions in the memory, download payloads, create persistency, and so on</a:t>
            </a:r>
            <a:r>
              <a:rPr lang="en-US" sz="1800" b="0" u="none"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p:txBody>
      </p:sp>
      <p:sp>
        <p:nvSpPr>
          <p:cNvPr id="235" name="PlaceHolder 2"/>
          <p:cNvSpPr>
            <a:spLocks noGrp="1"/>
          </p:cNvSpPr>
          <p:nvPr>
            <p:ph type="ftr" idx="60"/>
          </p:nvPr>
        </p:nvSpPr>
        <p:spPr>
          <a:xfrm>
            <a:off x="2766600" y="903672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p:nvPr>
        </p:nvSpPr>
        <p:spPr>
          <a:xfrm>
            <a:off x="527400" y="459000"/>
            <a:ext cx="6472080" cy="9135720"/>
          </a:xfrm>
          <a:prstGeom prst="rect">
            <a:avLst/>
          </a:prstGeom>
          <a:noFill/>
          <a:ln w="0">
            <a:noFill/>
          </a:ln>
        </p:spPr>
        <p:txBody>
          <a:bodyPr lIns="91440" tIns="45720" rIns="91440" bIns="45720" anchor="t">
            <a:noAutofit/>
          </a:bodyPr>
          <a:p>
            <a:pPr indent="0" algn="ctr" defTabSz="365760" rtl="1">
              <a:lnSpc>
                <a:spcPct val="120000"/>
              </a:lnSpc>
              <a:spcBef>
                <a:spcPts val="799"/>
              </a:spcBef>
              <a:spcAft>
                <a:spcPts val="1001"/>
              </a:spcAft>
              <a:buNone/>
              <a:tabLst>
                <a:tab pos="0" algn="l"/>
              </a:tabLst>
            </a:pPr>
            <a:r>
              <a:rPr lang="en-US" sz="1800" b="1" u="sng" strike="noStrike">
                <a:solidFill>
                  <a:schemeClr val="lt1"/>
                </a:solidFill>
                <a:effectLst/>
                <a:uFillTx/>
                <a:latin typeface="Calibri"/>
                <a:ea typeface="Calibri"/>
              </a:rPr>
              <a:t>How the patch works</a:t>
            </a:r>
            <a:r>
              <a:rPr lang="en-US" sz="1800" b="1" u="sng"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 </a:t>
            </a:r>
            <a:r>
              <a:rPr lang="en-US" sz="1600" b="0" u="none" strike="noStrike">
                <a:solidFill>
                  <a:schemeClr val="lt1"/>
                </a:solidFill>
                <a:effectLst/>
                <a:uFillTx/>
                <a:latin typeface="Calibri"/>
                <a:ea typeface="Calibri"/>
              </a:rPr>
              <a:t>The changes were made in the file: css_font_feature_values_map.cc</a:t>
            </a: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The patch avoids using a pointer to access the map, and instead creates a full copy of the data in the CSSFontFeatureValuesMap</a:t>
            </a:r>
            <a:endParaRPr lang="en-US" sz="1600" b="0" u="none" strike="noStrike">
              <a:solidFill>
                <a:schemeClr val="lt1"/>
              </a:solidFill>
              <a:effectLst/>
              <a:uFillTx/>
              <a:latin typeface="Century Gothic"/>
            </a:endParaRPr>
          </a:p>
          <a:p>
            <a:pPr marL="274320" indent="-274320" algn="l" defTabSz="365760" rtl="1">
              <a:lnSpc>
                <a:spcPct val="100000"/>
              </a:lnSpc>
              <a:spcBef>
                <a:spcPts val="799"/>
              </a:spcBef>
              <a:spcAft>
                <a:spcPts val="1199"/>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Beyond that, the patch improves handling for memory blocks allocated to the map; It adds verification checks before accessing objects using an iterator or pointer, and prevents freeing of memory blocks which still have active pointers</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marL="274320" indent="-274320" algn="l" defTabSz="365760" rtl="1">
              <a:lnSpc>
                <a:spcPct val="100000"/>
              </a:lnSpc>
              <a:spcBef>
                <a:spcPts val="799"/>
              </a:spcBef>
              <a:spcAft>
                <a:spcPts val="1199"/>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The main change is in the way the map is referenced, as in the vulnerable version the program refers to the pointer by using</a:t>
            </a:r>
            <a:r>
              <a:rPr lang="en-US" sz="1600" b="0" u="none" strike="noStrike">
                <a:solidFill>
                  <a:schemeClr val="lt1"/>
                </a:solidFill>
                <a:effectLst/>
                <a:uFillTx/>
                <a:latin typeface="Calibri"/>
                <a:ea typeface="Calibri"/>
              </a:rPr>
              <a:t> "</a:t>
            </a:r>
            <a:r>
              <a:rPr lang="en-US" sz="1600" b="0" u="none" strike="noStrike">
                <a:solidFill>
                  <a:schemeClr val="lt1"/>
                </a:solidFill>
                <a:effectLst/>
                <a:highlight>
                  <a:srgbClr val="FF0000"/>
                </a:highlight>
                <a:uFillTx/>
                <a:latin typeface="Calibri"/>
                <a:ea typeface="Calibri"/>
              </a:rPr>
              <a:t>*</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r" defTabSz="365760" rtl="1">
              <a:lnSpc>
                <a:spcPct val="100000"/>
              </a:lnSpc>
              <a:spcBef>
                <a:spcPts val="799"/>
              </a:spcBef>
              <a:spcAft>
                <a:spcPts val="1199"/>
              </a:spcAft>
              <a:buNone/>
              <a:tabLst>
                <a:tab pos="0" algn="l"/>
              </a:tabLst>
            </a:pPr>
            <a:endParaRPr lang="en-US" sz="1600" b="0" u="none" strike="noStrike">
              <a:solidFill>
                <a:schemeClr val="lt1"/>
              </a:solidFill>
              <a:effectLst/>
              <a:uFillTx/>
              <a:latin typeface="Century Gothic"/>
            </a:endParaRPr>
          </a:p>
          <a:p>
            <a:pPr indent="0" algn="r" defTabSz="365760" rtl="1">
              <a:lnSpc>
                <a:spcPct val="100000"/>
              </a:lnSpc>
              <a:spcBef>
                <a:spcPts val="799"/>
              </a:spcBef>
              <a:spcAft>
                <a:spcPts val="1199"/>
              </a:spcAft>
              <a:buNone/>
              <a:tabLst>
                <a:tab pos="0" algn="l"/>
              </a:tabLst>
            </a:pPr>
            <a:endParaRPr lang="en-US" sz="1600" b="0" u="none" strike="noStrike">
              <a:solidFill>
                <a:schemeClr val="lt1"/>
              </a:solidFill>
              <a:effectLst/>
              <a:uFillTx/>
              <a:latin typeface="Century Gothic"/>
            </a:endParaRPr>
          </a:p>
          <a:p>
            <a:pPr indent="0" algn="r" defTabSz="365760" rtl="1">
              <a:lnSpc>
                <a:spcPct val="100000"/>
              </a:lnSpc>
              <a:spcBef>
                <a:spcPts val="799"/>
              </a:spcBef>
              <a:spcAft>
                <a:spcPts val="1199"/>
              </a:spcAft>
              <a:buNone/>
              <a:tabLst>
                <a:tab pos="0" algn="l"/>
              </a:tabLst>
            </a:pPr>
            <a:endParaRPr lang="en-US" sz="1600" b="0" u="none" strike="noStrike">
              <a:solidFill>
                <a:schemeClr val="lt1"/>
              </a:solidFill>
              <a:effectLst/>
              <a:uFillTx/>
              <a:latin typeface="Century Gothic"/>
            </a:endParaRPr>
          </a:p>
          <a:p>
            <a:pPr indent="0" algn="r" defTabSz="365760" rtl="1">
              <a:lnSpc>
                <a:spcPct val="100000"/>
              </a:lnSpc>
              <a:spcBef>
                <a:spcPts val="799"/>
              </a:spcBef>
              <a:spcAft>
                <a:spcPts val="1199"/>
              </a:spcAft>
              <a:buNone/>
              <a:tabLst>
                <a:tab pos="0" algn="l"/>
              </a:tabLst>
            </a:pPr>
            <a:endParaRPr lang="en-US" sz="1600" b="0" u="none" strike="noStrike">
              <a:solidFill>
                <a:schemeClr val="lt1"/>
              </a:solidFill>
              <a:effectLst/>
              <a:uFillTx/>
              <a:latin typeface="Century Gothic"/>
            </a:endParaRPr>
          </a:p>
          <a:p>
            <a:pPr marL="274320" indent="-274320" algn="l" defTabSz="365760" rtl="1">
              <a:lnSpc>
                <a:spcPct val="100000"/>
              </a:lnSpc>
              <a:spcBef>
                <a:spcPts val="799"/>
              </a:spcBef>
              <a:spcAft>
                <a:spcPts val="1199"/>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In the patched version, the object itself (FontFeatureAliases) is called directly</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r" defTabSz="365760" rtl="1">
              <a:lnSpc>
                <a:spcPct val="100000"/>
              </a:lnSpc>
              <a:spcBef>
                <a:spcPts val="799"/>
              </a:spcBef>
              <a:spcAft>
                <a:spcPts val="1199"/>
              </a:spcAft>
              <a:buNone/>
              <a:tabLst>
                <a:tab pos="0" algn="l"/>
              </a:tabLst>
            </a:pPr>
            <a:endParaRPr lang="en-US" sz="1600" b="0" u="none" strike="noStrike">
              <a:solidFill>
                <a:schemeClr val="lt1"/>
              </a:solidFill>
              <a:effectLst/>
              <a:uFillTx/>
              <a:latin typeface="Century Gothic"/>
            </a:endParaRPr>
          </a:p>
          <a:p>
            <a:pPr indent="0" algn="r" defTabSz="365760" rtl="1">
              <a:lnSpc>
                <a:spcPct val="100000"/>
              </a:lnSpc>
              <a:spcBef>
                <a:spcPts val="799"/>
              </a:spcBef>
              <a:spcAft>
                <a:spcPts val="1199"/>
              </a:spcAft>
              <a:buNone/>
              <a:tabLst>
                <a:tab pos="0" algn="l"/>
              </a:tabLst>
            </a:pPr>
            <a:r>
              <a:rPr lang="en-US" sz="1600" b="0" u="none" strike="noStrike">
                <a:solidFill>
                  <a:schemeClr val="lt1"/>
                </a:solidFill>
                <a:effectLst/>
                <a:uFillTx/>
                <a:latin typeface="Calibri"/>
                <a:ea typeface="Calibri"/>
              </a:rPr>
              <a:t>  </a:t>
            </a:r>
            <a:endParaRPr lang="en-US" sz="1600" b="0" u="none" strike="noStrike">
              <a:solidFill>
                <a:schemeClr val="lt1"/>
              </a:solidFill>
              <a:effectLst/>
              <a:uFillTx/>
              <a:latin typeface="Century Gothic"/>
            </a:endParaRPr>
          </a:p>
        </p:txBody>
      </p:sp>
      <p:pic>
        <p:nvPicPr>
          <p:cNvPr id="237" name="Picture 2"/>
          <p:cNvPicPr/>
          <p:nvPr/>
        </p:nvPicPr>
        <p:blipFill>
          <a:blip r:embed="rId1"/>
          <a:stretch/>
        </p:blipFill>
        <p:spPr>
          <a:xfrm>
            <a:off x="1006560" y="6959160"/>
            <a:ext cx="5514120" cy="1875600"/>
          </a:xfrm>
          <a:prstGeom prst="rect">
            <a:avLst/>
          </a:prstGeom>
          <a:noFill/>
          <a:ln w="0">
            <a:noFill/>
          </a:ln>
        </p:spPr>
      </p:pic>
      <p:sp>
        <p:nvSpPr>
          <p:cNvPr id="238" name="PlaceHolder 2"/>
          <p:cNvSpPr>
            <a:spLocks noGrp="1"/>
          </p:cNvSpPr>
          <p:nvPr>
            <p:ph type="ftr" idx="61"/>
          </p:nvPr>
        </p:nvSpPr>
        <p:spPr>
          <a:xfrm>
            <a:off x="2641320" y="929484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pic>
        <p:nvPicPr>
          <p:cNvPr id="239" name="Picture 4"/>
          <p:cNvPicPr/>
          <p:nvPr/>
        </p:nvPicPr>
        <p:blipFill>
          <a:blip r:embed="rId2"/>
          <a:stretch/>
        </p:blipFill>
        <p:spPr>
          <a:xfrm>
            <a:off x="1006560" y="4225680"/>
            <a:ext cx="5514120" cy="19728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p:nvPr>
        </p:nvSpPr>
        <p:spPr>
          <a:xfrm>
            <a:off x="226440" y="228960"/>
            <a:ext cx="6711480" cy="9294840"/>
          </a:xfrm>
          <a:prstGeom prst="rect">
            <a:avLst/>
          </a:prstGeom>
          <a:noFill/>
          <a:ln w="0">
            <a:noFill/>
          </a:ln>
        </p:spPr>
        <p:txBody>
          <a:bodyPr lIns="91440" tIns="45720" rIns="91440" bIns="45720" anchor="t">
            <a:normAutofit/>
          </a:bodyPr>
          <a:p>
            <a:pPr indent="0" algn="r" defTabSz="365760" rtl="1">
              <a:lnSpc>
                <a:spcPct val="120000"/>
              </a:lnSpc>
              <a:spcBef>
                <a:spcPts val="799"/>
              </a:spcBef>
              <a:spcAft>
                <a:spcPts val="1001"/>
              </a:spcAft>
              <a:buNone/>
              <a:tabLst>
                <a:tab pos="0" algn="l"/>
              </a:tabLst>
            </a:pPr>
            <a:endParaRPr lang="en-US" sz="1600" b="0" u="none" strike="noStrike">
              <a:solidFill>
                <a:schemeClr val="lt1"/>
              </a:solidFill>
              <a:effectLst/>
              <a:uFillTx/>
              <a:latin typeface="Century Gothic"/>
            </a:endParaRPr>
          </a:p>
          <a:p>
            <a:pPr indent="0" algn="ctr" defTabSz="365760" rtl="1">
              <a:lnSpc>
                <a:spcPct val="120000"/>
              </a:lnSpc>
              <a:spcBef>
                <a:spcPts val="799"/>
              </a:spcBef>
              <a:spcAft>
                <a:spcPts val="1001"/>
              </a:spcAft>
              <a:buNone/>
              <a:tabLst>
                <a:tab pos="0" algn="l"/>
              </a:tabLst>
            </a:pPr>
            <a:r>
              <a:rPr lang="en-US" sz="1800" b="1" u="sng" strike="noStrike">
                <a:solidFill>
                  <a:schemeClr val="lt1"/>
                </a:solidFill>
                <a:effectLst/>
                <a:uFillTx/>
                <a:latin typeface="Calibri"/>
                <a:ea typeface="Calibri"/>
              </a:rPr>
              <a:t>Discovery</a:t>
            </a:r>
            <a:r>
              <a:rPr lang="en-US" sz="1800" b="0" u="sng"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a:p>
            <a:pPr indent="0" algn="r" defTabSz="365760" rtl="1">
              <a:lnSpc>
                <a:spcPct val="120000"/>
              </a:lnSpc>
              <a:spcBef>
                <a:spcPts val="799"/>
              </a:spcBef>
              <a:spcAft>
                <a:spcPts val="1001"/>
              </a:spcAft>
              <a:buNone/>
              <a:tabLst>
                <a:tab pos="0" algn="l"/>
              </a:tabLst>
            </a:pP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600" b="0" u="none" strike="noStrike">
                <a:solidFill>
                  <a:schemeClr val="lt1"/>
                </a:solidFill>
                <a:effectLst/>
                <a:uFillTx/>
                <a:latin typeface="Calibri"/>
                <a:ea typeface="Calibri"/>
              </a:rPr>
              <a:t>Discovering a potential attack is done mostly with EDR/XDR monitoring</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Suspicious processes created by a browser session such as powershell.exe or cmd.exe</a:t>
            </a:r>
            <a:endParaRPr lang="en-US" sz="16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Monitoring web traffic to malicious domains, or domains serving suspicious CSS data</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Monitoring suspicious browser activity, such as a crashing website, or unexpected occurrences in the memory of a browser process</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endParaRPr lang="en-US" sz="1600" b="0" u="none" strike="noStrike">
              <a:solidFill>
                <a:schemeClr val="lt1"/>
              </a:solidFill>
              <a:effectLst/>
              <a:uFillTx/>
              <a:latin typeface="Century Gothic"/>
            </a:endParaRPr>
          </a:p>
          <a:p>
            <a:pPr indent="0" algn="ctr" defTabSz="365760" rtl="1">
              <a:lnSpc>
                <a:spcPct val="120000"/>
              </a:lnSpc>
              <a:spcBef>
                <a:spcPts val="799"/>
              </a:spcBef>
              <a:spcAft>
                <a:spcPts val="1001"/>
              </a:spcAft>
              <a:buNone/>
              <a:tabLst>
                <a:tab pos="0" algn="l"/>
              </a:tabLst>
            </a:pPr>
            <a:r>
              <a:rPr lang="en-US" sz="1800" b="1" u="sng" strike="noStrike">
                <a:solidFill>
                  <a:schemeClr val="lt1"/>
                </a:solidFill>
                <a:effectLst/>
                <a:uFillTx/>
                <a:latin typeface="Calibri"/>
                <a:ea typeface="Calibri"/>
              </a:rPr>
              <a:t>Mitigation</a:t>
            </a:r>
            <a:r>
              <a:rPr lang="en-US" sz="1800" b="1" u="sng"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Immediately updating every browser in the network, and as an organizational rule ensuring regular browser updates</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Closing and restarting sessions after important security updates</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Blocking execution of unsigned binaries created by browser proccesses</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600" b="0" u="none" strike="noStrike">
                <a:solidFill>
                  <a:schemeClr val="lt1"/>
                </a:solidFill>
                <a:effectLst/>
                <a:uFillTx/>
                <a:latin typeface="Calibri"/>
                <a:ea typeface="Calibri"/>
              </a:rPr>
              <a:t>Consider blocking JS for browsers on sensitive endpoints</a:t>
            </a:r>
            <a:r>
              <a:rPr lang="en-US" sz="1600" b="0" u="none" strike="noStrike">
                <a:solidFill>
                  <a:schemeClr val="lt1"/>
                </a:solidFill>
                <a:effectLst/>
                <a:uFillTx/>
                <a:latin typeface="Calibri"/>
                <a:ea typeface="Calibri"/>
              </a:rPr>
              <a:t>.</a:t>
            </a:r>
            <a:endParaRPr lang="en-US" sz="1600" b="0" u="none" strike="noStrike">
              <a:solidFill>
                <a:schemeClr val="lt1"/>
              </a:solidFill>
              <a:effectLst/>
              <a:uFillTx/>
              <a:latin typeface="Century Gothic"/>
            </a:endParaRPr>
          </a:p>
          <a:p>
            <a:pPr indent="0" algn="r" defTabSz="365760" rtl="1">
              <a:lnSpc>
                <a:spcPct val="100000"/>
              </a:lnSpc>
              <a:spcBef>
                <a:spcPts val="799"/>
              </a:spcBef>
              <a:buNone/>
              <a:tabLst>
                <a:tab pos="0" algn="l"/>
              </a:tabLst>
            </a:pPr>
            <a:endParaRPr lang="en-US" sz="1600" b="0" u="none" strike="noStrike">
              <a:solidFill>
                <a:schemeClr val="lt1"/>
              </a:solidFill>
              <a:effectLst/>
              <a:uFillTx/>
              <a:latin typeface="Century Gothic"/>
            </a:endParaRPr>
          </a:p>
        </p:txBody>
      </p:sp>
      <p:sp>
        <p:nvSpPr>
          <p:cNvPr id="241" name="PlaceHolder 2"/>
          <p:cNvSpPr>
            <a:spLocks noGrp="1"/>
          </p:cNvSpPr>
          <p:nvPr>
            <p:ph type="ftr" idx="62"/>
          </p:nvPr>
        </p:nvSpPr>
        <p:spPr>
          <a:xfrm>
            <a:off x="2690640" y="913212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p:nvPr>
        </p:nvSpPr>
        <p:spPr>
          <a:xfrm>
            <a:off x="662040" y="212400"/>
            <a:ext cx="6144480" cy="8673480"/>
          </a:xfrm>
          <a:prstGeom prst="rect">
            <a:avLst/>
          </a:prstGeom>
          <a:noFill/>
          <a:ln w="0">
            <a:noFill/>
          </a:ln>
        </p:spPr>
        <p:txBody>
          <a:bodyPr lIns="91440" tIns="45720" rIns="91440" bIns="45720" anchor="t">
            <a:normAutofit/>
          </a:bodyPr>
          <a:p>
            <a:pPr indent="0" algn="l" defTabSz="365760" rtl="1">
              <a:lnSpc>
                <a:spcPct val="120000"/>
              </a:lnSpc>
              <a:spcBef>
                <a:spcPts val="799"/>
              </a:spcBef>
              <a:spcAft>
                <a:spcPts val="1001"/>
              </a:spcAft>
              <a:buNone/>
              <a:tabLst>
                <a:tab pos="0" algn="l"/>
              </a:tabLst>
            </a:pPr>
            <a:endParaRPr lang="en-US" sz="1200" b="0" u="none" strike="noStrike">
              <a:solidFill>
                <a:schemeClr val="lt1"/>
              </a:solidFill>
              <a:effectLst/>
              <a:uFillTx/>
              <a:latin typeface="Century Gothic"/>
            </a:endParaRPr>
          </a:p>
          <a:p>
            <a:pPr indent="0" algn="ctr" defTabSz="365760" rtl="1">
              <a:lnSpc>
                <a:spcPct val="120000"/>
              </a:lnSpc>
              <a:spcBef>
                <a:spcPts val="799"/>
              </a:spcBef>
              <a:spcAft>
                <a:spcPts val="1001"/>
              </a:spcAft>
              <a:buNone/>
              <a:tabLst>
                <a:tab pos="0" algn="l"/>
              </a:tabLst>
            </a:pPr>
            <a:r>
              <a:rPr lang="en-US" sz="1800" b="0" u="sng" strike="noStrike">
                <a:solidFill>
                  <a:schemeClr val="lt1"/>
                </a:solidFill>
                <a:effectLst/>
                <a:uFillTx/>
                <a:latin typeface="Calibri"/>
                <a:ea typeface="Calibri"/>
              </a:rPr>
              <a:t>Sources and Links</a:t>
            </a:r>
            <a:r>
              <a:rPr lang="en-US" sz="1800" b="0" u="sng" strike="noStrike">
                <a:solidFill>
                  <a:schemeClr val="lt1"/>
                </a:solidFill>
                <a:effectLst/>
                <a:uFillTx/>
                <a:latin typeface="Calibri"/>
                <a:ea typeface="Calibri"/>
              </a:rPr>
              <a:t>:</a:t>
            </a:r>
            <a:endParaRPr lang="en-US" sz="18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endParaRPr lang="en-US" sz="12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200" b="0" u="none" strike="noStrike">
                <a:solidFill>
                  <a:schemeClr val="lt1"/>
                </a:solidFill>
                <a:effectLst/>
                <a:uFillTx/>
                <a:latin typeface="Calibri"/>
                <a:ea typeface="Calibri"/>
              </a:rPr>
              <a:t> </a:t>
            </a:r>
            <a:r>
              <a:rPr lang="en-US" sz="1200" b="0" u="none" strike="noStrike">
                <a:solidFill>
                  <a:schemeClr val="lt1"/>
                </a:solidFill>
                <a:effectLst/>
                <a:uFillTx/>
                <a:latin typeface="Calibri"/>
                <a:ea typeface="Calibri"/>
              </a:rPr>
              <a:t>The HTML POC File</a:t>
            </a:r>
            <a:r>
              <a:rPr lang="en-US" sz="1200" b="0" u="none" strike="noStrike">
                <a:solidFill>
                  <a:schemeClr val="lt1"/>
                </a:solidFill>
                <a:effectLst/>
                <a:uFillTx/>
                <a:latin typeface="Calibri"/>
                <a:ea typeface="Calibri"/>
              </a:rPr>
              <a:t>:</a:t>
            </a:r>
            <a:endParaRPr lang="en-US" sz="12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200" b="0" u="sng" strike="noStrike">
                <a:solidFill>
                  <a:srgbClr val="EC76B5"/>
                </a:solidFill>
                <a:effectLst/>
                <a:uFillTx/>
                <a:latin typeface="Calibri"/>
                <a:ea typeface="Calibri"/>
                <a:hlinkClick r:id="rId1"/>
              </a:rPr>
              <a:t>https://github.com/huseyinstif/CVE-2026-2441-PoC/blob/main/poc.html</a:t>
            </a:r>
            <a:endParaRPr lang="en-US" sz="12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endParaRPr lang="en-US" sz="12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200" b="0" u="none" strike="noStrike">
                <a:solidFill>
                  <a:schemeClr val="lt1"/>
                </a:solidFill>
                <a:effectLst/>
                <a:uFillTx/>
                <a:latin typeface="Calibri"/>
                <a:ea typeface="Calibri"/>
              </a:rPr>
              <a:t>Chromium source code</a:t>
            </a:r>
            <a:r>
              <a:rPr lang="en-US" sz="1200" b="0" u="none" strike="noStrike">
                <a:solidFill>
                  <a:schemeClr val="lt1"/>
                </a:solidFill>
                <a:effectLst/>
                <a:uFillTx/>
                <a:latin typeface="Calibri"/>
                <a:ea typeface="Calibri"/>
              </a:rPr>
              <a:t>:</a:t>
            </a:r>
            <a:endParaRPr lang="en-US" sz="12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200" b="0" u="sng" strike="noStrike">
                <a:solidFill>
                  <a:srgbClr val="EC76B5"/>
                </a:solidFill>
                <a:effectLst/>
                <a:uFillTx/>
                <a:latin typeface="Calibri"/>
                <a:ea typeface="Calibri"/>
                <a:hlinkClick r:id="rId2"/>
              </a:rPr>
              <a:t>https://source.chromium.org/chromium/chromium/src</a:t>
            </a:r>
            <a:r>
              <a:rPr lang="en-US" sz="1200" b="0" u="sng" strike="noStrike">
                <a:solidFill>
                  <a:srgbClr val="EC76B5"/>
                </a:solidFill>
                <a:effectLst/>
                <a:uFillTx/>
                <a:latin typeface="Calibri"/>
                <a:ea typeface="Calibri"/>
                <a:hlinkClick r:id="rId3"/>
              </a:rPr>
              <a:t>/+/</a:t>
            </a:r>
            <a:r>
              <a:rPr lang="en-US" sz="1200" b="0" u="sng" strike="noStrike">
                <a:solidFill>
                  <a:srgbClr val="EC76B5"/>
                </a:solidFill>
                <a:effectLst/>
                <a:uFillTx/>
                <a:latin typeface="Calibri"/>
                <a:ea typeface="Calibri"/>
                <a:hlinkClick r:id="rId4"/>
              </a:rPr>
              <a:t>main:third_party</a:t>
            </a:r>
            <a:r>
              <a:rPr lang="en-US" sz="1200" b="0" u="sng" strike="noStrike">
                <a:solidFill>
                  <a:srgbClr val="EC76B5"/>
                </a:solidFill>
                <a:effectLst/>
                <a:uFillTx/>
                <a:latin typeface="Calibri"/>
                <a:ea typeface="Calibri"/>
                <a:hlinkClick r:id="rId5"/>
              </a:rPr>
              <a:t>/blink/renderer/core/css/css_font_feature_values_map.cc</a:t>
            </a:r>
            <a:endParaRPr lang="en-US" sz="12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200" b="0" u="none" strike="noStrike">
                <a:solidFill>
                  <a:schemeClr val="lt1"/>
                </a:solidFill>
                <a:effectLst/>
                <a:uFillTx/>
                <a:latin typeface="Calibri"/>
                <a:ea typeface="Calibri"/>
              </a:rPr>
              <a:t> </a:t>
            </a:r>
            <a:endParaRPr lang="en-US" sz="12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200" b="0" u="none" strike="noStrike">
                <a:solidFill>
                  <a:schemeClr val="lt1"/>
                </a:solidFill>
                <a:effectLst/>
                <a:uFillTx/>
                <a:latin typeface="Calibri"/>
                <a:ea typeface="Calibri"/>
              </a:rPr>
              <a:t>Google’s publication of the CVE</a:t>
            </a:r>
            <a:r>
              <a:rPr lang="en-US" sz="1200" b="0" u="none" strike="noStrike">
                <a:solidFill>
                  <a:schemeClr val="lt1"/>
                </a:solidFill>
                <a:effectLst/>
                <a:uFillTx/>
                <a:latin typeface="Calibri"/>
                <a:ea typeface="Calibri"/>
              </a:rPr>
              <a:t>:</a:t>
            </a:r>
            <a:endParaRPr lang="en-US" sz="12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200" b="0" u="sng" strike="noStrike">
                <a:solidFill>
                  <a:srgbClr val="EC76B5"/>
                </a:solidFill>
                <a:effectLst/>
                <a:uFillTx/>
                <a:latin typeface="Calibri"/>
                <a:ea typeface="Calibri"/>
                <a:hlinkClick r:id="rId6"/>
              </a:rPr>
              <a:t>https://chromereleases.googleblog.com/2026/02/stable-channel-update-for-desktop_13.html</a:t>
            </a:r>
            <a:endParaRPr lang="en-US" sz="12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endParaRPr lang="en-US" sz="12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200" b="0" u="none" strike="noStrike">
                <a:solidFill>
                  <a:schemeClr val="lt1"/>
                </a:solidFill>
                <a:effectLst/>
                <a:uFillTx/>
                <a:latin typeface="Calibri"/>
                <a:ea typeface="Calibri"/>
              </a:rPr>
              <a:t>Chromium’s publication of the CVE</a:t>
            </a:r>
            <a:r>
              <a:rPr lang="en-US" sz="1200" b="0" u="none" strike="noStrike">
                <a:solidFill>
                  <a:schemeClr val="lt1"/>
                </a:solidFill>
                <a:effectLst/>
                <a:uFillTx/>
                <a:latin typeface="Calibri"/>
                <a:ea typeface="Calibri"/>
              </a:rPr>
              <a:t>:</a:t>
            </a:r>
            <a:endParaRPr lang="en-US" sz="1200" b="0" u="none" strike="noStrike">
              <a:solidFill>
                <a:schemeClr val="lt1"/>
              </a:solidFill>
              <a:effectLst/>
              <a:uFillTx/>
              <a:latin typeface="Century Gothic"/>
            </a:endParaRPr>
          </a:p>
          <a:p>
            <a:pPr marL="274320" indent="-274320" algn="l" defTabSz="365760" rtl="1">
              <a:lnSpc>
                <a:spcPct val="120000"/>
              </a:lnSpc>
              <a:spcBef>
                <a:spcPts val="799"/>
              </a:spcBef>
              <a:spcAft>
                <a:spcPts val="1001"/>
              </a:spcAft>
              <a:buClr>
                <a:srgbClr val="EF53A5"/>
              </a:buClr>
              <a:buSzPct val="80000"/>
              <a:buFont typeface="Wingdings 3" charset="2"/>
              <a:buChar char=""/>
              <a:tabLst>
                <a:tab pos="0" algn="l"/>
              </a:tabLst>
            </a:pPr>
            <a:r>
              <a:rPr lang="en-US" sz="1200" b="0" u="sng" strike="noStrike">
                <a:solidFill>
                  <a:srgbClr val="EC76B5"/>
                </a:solidFill>
                <a:effectLst/>
                <a:uFillTx/>
                <a:latin typeface="Calibri"/>
                <a:ea typeface="Calibri"/>
                <a:hlinkClick r:id="rId7"/>
              </a:rPr>
              <a:t>https://issues.chromium.org/issues/483569511</a:t>
            </a:r>
            <a:endParaRPr lang="en-US" sz="12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endParaRPr lang="en-US" sz="1200" b="0" u="none" strike="noStrike">
              <a:solidFill>
                <a:schemeClr val="lt1"/>
              </a:solidFill>
              <a:effectLst/>
              <a:uFillTx/>
              <a:latin typeface="Century Gothic"/>
            </a:endParaRPr>
          </a:p>
          <a:p>
            <a:pPr indent="0" algn="l" defTabSz="365760" rtl="1">
              <a:lnSpc>
                <a:spcPct val="120000"/>
              </a:lnSpc>
              <a:spcBef>
                <a:spcPts val="799"/>
              </a:spcBef>
              <a:spcAft>
                <a:spcPts val="1001"/>
              </a:spcAft>
              <a:buNone/>
              <a:tabLst>
                <a:tab pos="0" algn="l"/>
              </a:tabLst>
            </a:pPr>
            <a:r>
              <a:rPr lang="en-US" sz="1200" b="0" u="none" strike="noStrike">
                <a:solidFill>
                  <a:schemeClr val="lt1"/>
                </a:solidFill>
                <a:effectLst/>
                <a:uFillTx/>
                <a:latin typeface="Calibri"/>
                <a:ea typeface="Calibri"/>
              </a:rPr>
              <a:t>CICA Catalog for monitoring active exploitation</a:t>
            </a:r>
            <a:r>
              <a:rPr lang="en-US" sz="1200" b="0" u="none" strike="noStrike">
                <a:solidFill>
                  <a:schemeClr val="lt1"/>
                </a:solidFill>
                <a:effectLst/>
                <a:uFillTx/>
                <a:latin typeface="Calibri"/>
                <a:ea typeface="Calibri"/>
              </a:rPr>
              <a:t>:</a:t>
            </a:r>
            <a:endParaRPr lang="en-US" sz="1200" b="0" u="none" strike="noStrike">
              <a:solidFill>
                <a:schemeClr val="lt1"/>
              </a:solidFill>
              <a:effectLst/>
              <a:uFillTx/>
              <a:latin typeface="Century Gothic"/>
            </a:endParaRPr>
          </a:p>
          <a:p>
            <a:pPr marL="274320" indent="-274320" algn="l" defTabSz="365760" rtl="1">
              <a:lnSpc>
                <a:spcPct val="100000"/>
              </a:lnSpc>
              <a:spcBef>
                <a:spcPts val="799"/>
              </a:spcBef>
              <a:buClr>
                <a:srgbClr val="EF53A5"/>
              </a:buClr>
              <a:buSzPct val="80000"/>
              <a:buFont typeface="Wingdings 3" charset="2"/>
              <a:buChar char=""/>
              <a:tabLst>
                <a:tab pos="0" algn="l"/>
              </a:tabLst>
            </a:pPr>
            <a:r>
              <a:rPr lang="en-US" sz="1200" b="0" u="sng" strike="noStrike">
                <a:solidFill>
                  <a:srgbClr val="EC76B5"/>
                </a:solidFill>
                <a:effectLst/>
                <a:uFillTx/>
                <a:latin typeface="Calibri"/>
                <a:ea typeface="Calibri"/>
                <a:hlinkClick r:id="rId8"/>
              </a:rPr>
              <a:t>https://www.cisa.gov/known-exploited-vulnerabilities-catalog?field_cve=CVE-2026-2441</a:t>
            </a:r>
            <a:endParaRPr lang="en-US" sz="1200" b="0" u="none" strike="noStrike">
              <a:solidFill>
                <a:schemeClr val="lt1"/>
              </a:solidFill>
              <a:effectLst/>
              <a:uFillTx/>
              <a:latin typeface="Century Gothic"/>
            </a:endParaRPr>
          </a:p>
        </p:txBody>
      </p:sp>
      <p:sp>
        <p:nvSpPr>
          <p:cNvPr id="243" name="PlaceHolder 2"/>
          <p:cNvSpPr>
            <a:spLocks noGrp="1"/>
          </p:cNvSpPr>
          <p:nvPr>
            <p:ph type="ftr" idx="63"/>
          </p:nvPr>
        </p:nvSpPr>
        <p:spPr>
          <a:xfrm>
            <a:off x="2652480" y="9227160"/>
            <a:ext cx="5488920" cy="182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880" b="0" u="none" strike="noStrike">
                <a:solidFill>
                  <a:schemeClr val="lt1">
                    <a:tint val="75000"/>
                    <a:alpha val="60000"/>
                  </a:schemeClr>
                </a:solidFill>
                <a:effectLst/>
                <a:uFillTx/>
                <a:latin typeface="Century Gothic"/>
              </a:defRPr>
            </a:lvl1pPr>
          </a:lstStyle>
          <a:p>
            <a:pPr indent="0" algn="l" defTabSz="457200">
              <a:lnSpc>
                <a:spcPct val="100000"/>
              </a:lnSpc>
              <a:buNone/>
              <a:tabLst>
                <a:tab pos="0" algn="l"/>
              </a:tabLst>
            </a:pPr>
            <a:r>
              <a:rPr lang="en-US" sz="880" b="0" u="none" strike="noStrike">
                <a:solidFill>
                  <a:schemeClr val="lt1">
                    <a:tint val="75000"/>
                    <a:alpha val="60000"/>
                  </a:schemeClr>
                </a:solidFill>
                <a:effectLst/>
                <a:uFillTx/>
                <a:latin typeface="Century Gothic"/>
              </a:rPr>
              <a:t>Shmuel Yermus - SOC Analyst T1</a:t>
            </a:r>
            <a:endParaRPr lang="en-US" sz="88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l="0" t="0" r="0" b="0"/>
        </a:gradFill>
        <a:gradFill>
          <a:gsLst>
            <a:gs pos="0">
              <a:schemeClr val="phClr">
                <a:tint val="98000"/>
                <a:lumMod val="114000"/>
              </a:schemeClr>
            </a:gs>
            <a:gs pos="100000">
              <a:schemeClr val="phClr">
                <a:shade val="90000"/>
                <a:lumMod val="84000"/>
              </a:schemeClr>
            </a:gs>
          </a:gsLst>
          <a:lin ang="5400000" scaled="0"/>
          <a:tileRect l="0" t="0" r="0" b="0"/>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24000"/>
              </a:schemeClr>
            </a:gs>
            <a:gs pos="100000">
              <a:schemeClr val="phClr">
                <a:shade val="76000"/>
                <a:lumMod val="56000"/>
              </a:schemeClr>
            </a:gs>
          </a:gsLst>
          <a:path path="circle">
            <a:fillToRect l="45000" t="65000" r="125000" b="100000"/>
          </a:path>
          <a:tileRect l="0" t="0" r="0" b="0"/>
        </a:gradFill>
        <a:blipFill rotWithShape="1">
          <a:blip r:embed="rId1"/>
          <a:srcRect l="0" t="0" r="0" b="0"/>
          <a:stretch>
            <a:fillRect l="0" t="0" r="0" b="0"/>
          </a:stretch>
        </a:blipFill>
      </a:bgFillStyleLst>
    </a:fmtScheme>
  </a:themeElements>
</a:theme>
</file>

<file path=docProps/app.xml><?xml version="1.0" encoding="utf-8"?>
<Properties xmlns="http://schemas.openxmlformats.org/officeDocument/2006/extended-properties" xmlns:vt="http://schemas.openxmlformats.org/officeDocument/2006/docPropsVTypes">
  <Template>Ion</Template>
  <TotalTime>1273</TotalTime>
  <Application>LibreOffice/26.2.4.2$Windows_X86_64 LibreOffice_project/0229ac93fcf0d7cbc6376066c6f35021cef002dc</Application>
  <AppVersion>15.0000</AppVersion>
  <Words>1507</Words>
  <Paragraphs>134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2026-06-28T05:54:40Z</dcterms:created>
  <dc:creator>שמואל אריה ירמוס</dc:creator>
  <dc:description/>
  <dc:language>en-US</dc:language>
  <cp:lastModifiedBy/>
  <dcterms:modified xsi:type="dcterms:W3CDTF">2026-07-17T09:54:11Z</dcterms:modified>
  <cp:revision>202</cp:revision>
  <dc:subject/>
  <dc:title>UAF In CSS – CVE-2026-2441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r8>1</vt:r8>
  </property>
  <property fmtid="{D5CDD505-2E9C-101B-9397-08002B2CF9AE}" pid="3" name="PresentationFormat">
    <vt:lpwstr>Custom</vt:lpwstr>
  </property>
  <property fmtid="{D5CDD505-2E9C-101B-9397-08002B2CF9AE}" pid="4" name="Slides">
    <vt:r8>12</vt:r8>
  </property>
</Properties>
</file>